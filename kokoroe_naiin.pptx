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87" r:id="rId4"/>
    <p:sldId id="288" r:id="rId5"/>
    <p:sldId id="299" r:id="rId6"/>
    <p:sldId id="305" r:id="rId7"/>
    <p:sldId id="283" r:id="rId8"/>
    <p:sldId id="306" r:id="rId9"/>
    <p:sldId id="284" r:id="rId10"/>
    <p:sldId id="285" r:id="rId11"/>
    <p:sldId id="286" r:id="rId12"/>
    <p:sldId id="289" r:id="rId13"/>
    <p:sldId id="307" r:id="rId14"/>
    <p:sldId id="308" r:id="rId15"/>
    <p:sldId id="309" r:id="rId16"/>
    <p:sldId id="278" r:id="rId17"/>
    <p:sldId id="280" r:id="rId18"/>
    <p:sldId id="281" r:id="rId19"/>
    <p:sldId id="279" r:id="rId20"/>
    <p:sldId id="310" r:id="rId21"/>
    <p:sldId id="311" r:id="rId22"/>
    <p:sldId id="293" r:id="rId23"/>
    <p:sldId id="294" r:id="rId24"/>
    <p:sldId id="296" r:id="rId25"/>
    <p:sldId id="290" r:id="rId26"/>
    <p:sldId id="312" r:id="rId27"/>
    <p:sldId id="313" r:id="rId28"/>
    <p:sldId id="304" r:id="rId29"/>
    <p:sldId id="282" r:id="rId3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09ABEE-3E9A-4FA6-931D-6802D43098F7}" v="2" dt="2024-05-06T13:00:46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哲久 中村" userId="959916a84418345a" providerId="LiveId" clId="{9E399740-9EF4-45B6-AD30-61BF9425E865}"/>
    <pc:docChg chg="undo custSel addSld delSld modSld sldOrd">
      <pc:chgData name="哲久 中村" userId="959916a84418345a" providerId="LiveId" clId="{9E399740-9EF4-45B6-AD30-61BF9425E865}" dt="2024-03-14T07:20:43.645" v="5167" actId="207"/>
      <pc:docMkLst>
        <pc:docMk/>
      </pc:docMkLst>
      <pc:sldChg chg="modSp mod">
        <pc:chgData name="哲久 中村" userId="959916a84418345a" providerId="LiveId" clId="{9E399740-9EF4-45B6-AD30-61BF9425E865}" dt="2024-03-13T06:37:48.202" v="58" actId="20577"/>
        <pc:sldMkLst>
          <pc:docMk/>
          <pc:sldMk cId="1989732079" sldId="256"/>
        </pc:sldMkLst>
        <pc:spChg chg="mod">
          <ac:chgData name="哲久 中村" userId="959916a84418345a" providerId="LiveId" clId="{9E399740-9EF4-45B6-AD30-61BF9425E865}" dt="2024-03-13T06:37:48.202" v="58" actId="20577"/>
          <ac:spMkLst>
            <pc:docMk/>
            <pc:sldMk cId="1989732079" sldId="256"/>
            <ac:spMk id="2" creationId="{B075C01F-A54A-0D40-31BE-988806998E23}"/>
          </ac:spMkLst>
        </pc:spChg>
      </pc:sldChg>
      <pc:sldChg chg="del">
        <pc:chgData name="哲久 中村" userId="959916a84418345a" providerId="LiveId" clId="{9E399740-9EF4-45B6-AD30-61BF9425E865}" dt="2024-03-13T06:39:47.417" v="59" actId="2696"/>
        <pc:sldMkLst>
          <pc:docMk/>
          <pc:sldMk cId="1672102083" sldId="272"/>
        </pc:sldMkLst>
      </pc:sldChg>
      <pc:sldChg chg="ord">
        <pc:chgData name="哲久 中村" userId="959916a84418345a" providerId="LiveId" clId="{9E399740-9EF4-45B6-AD30-61BF9425E865}" dt="2024-03-13T08:10:08.220" v="3073"/>
        <pc:sldMkLst>
          <pc:docMk/>
          <pc:sldMk cId="3466452229" sldId="278"/>
        </pc:sldMkLst>
      </pc:sldChg>
      <pc:sldChg chg="modSp mod ord">
        <pc:chgData name="哲久 中村" userId="959916a84418345a" providerId="LiveId" clId="{9E399740-9EF4-45B6-AD30-61BF9425E865}" dt="2024-03-13T08:16:13.653" v="3432"/>
        <pc:sldMkLst>
          <pc:docMk/>
          <pc:sldMk cId="768289351" sldId="279"/>
        </pc:sldMkLst>
        <pc:spChg chg="mod">
          <ac:chgData name="哲久 中村" userId="959916a84418345a" providerId="LiveId" clId="{9E399740-9EF4-45B6-AD30-61BF9425E865}" dt="2024-03-13T08:16:13.653" v="3432"/>
          <ac:spMkLst>
            <pc:docMk/>
            <pc:sldMk cId="768289351" sldId="279"/>
            <ac:spMk id="2" creationId="{52257870-AFB4-E4CE-2129-83AE0BBFA7B9}"/>
          </ac:spMkLst>
        </pc:spChg>
      </pc:sldChg>
      <pc:sldChg chg="ord">
        <pc:chgData name="哲久 中村" userId="959916a84418345a" providerId="LiveId" clId="{9E399740-9EF4-45B6-AD30-61BF9425E865}" dt="2024-03-13T08:11:14.434" v="3080"/>
        <pc:sldMkLst>
          <pc:docMk/>
          <pc:sldMk cId="3275529656" sldId="280"/>
        </pc:sldMkLst>
      </pc:sldChg>
      <pc:sldChg chg="ord">
        <pc:chgData name="哲久 中村" userId="959916a84418345a" providerId="LiveId" clId="{9E399740-9EF4-45B6-AD30-61BF9425E865}" dt="2024-03-13T08:11:24.691" v="3082"/>
        <pc:sldMkLst>
          <pc:docMk/>
          <pc:sldMk cId="2672171056" sldId="281"/>
        </pc:sldMkLst>
      </pc:sldChg>
      <pc:sldChg chg="addSp delSp modSp mod ord">
        <pc:chgData name="哲久 中村" userId="959916a84418345a" providerId="LiveId" clId="{9E399740-9EF4-45B6-AD30-61BF9425E865}" dt="2024-03-13T06:57:57.431" v="267"/>
        <pc:sldMkLst>
          <pc:docMk/>
          <pc:sldMk cId="436742867" sldId="282"/>
        </pc:sldMkLst>
        <pc:spChg chg="mod">
          <ac:chgData name="哲久 中村" userId="959916a84418345a" providerId="LiveId" clId="{9E399740-9EF4-45B6-AD30-61BF9425E865}" dt="2024-03-13T06:40:09.910" v="77" actId="20577"/>
          <ac:spMkLst>
            <pc:docMk/>
            <pc:sldMk cId="436742867" sldId="282"/>
            <ac:spMk id="2" creationId="{1D10D971-AAF9-7683-A3E2-40400371B5FD}"/>
          </ac:spMkLst>
        </pc:spChg>
        <pc:picChg chg="mod">
          <ac:chgData name="哲久 中村" userId="959916a84418345a" providerId="LiveId" clId="{9E399740-9EF4-45B6-AD30-61BF9425E865}" dt="2024-03-13T06:42:03.025" v="87" actId="1076"/>
          <ac:picMkLst>
            <pc:docMk/>
            <pc:sldMk cId="436742867" sldId="282"/>
            <ac:picMk id="11" creationId="{754A0A69-5FCD-8354-66CB-E4D6C711E61F}"/>
          </ac:picMkLst>
        </pc:picChg>
        <pc:picChg chg="add del">
          <ac:chgData name="哲久 中村" userId="959916a84418345a" providerId="LiveId" clId="{9E399740-9EF4-45B6-AD30-61BF9425E865}" dt="2024-03-13T06:41:50.098" v="83" actId="478"/>
          <ac:picMkLst>
            <pc:docMk/>
            <pc:sldMk cId="436742867" sldId="282"/>
            <ac:picMk id="13" creationId="{59DDAD2D-693D-DC8D-35EC-CE2F1DBFADBC}"/>
          </ac:picMkLst>
        </pc:picChg>
        <pc:picChg chg="del">
          <ac:chgData name="哲久 中村" userId="959916a84418345a" providerId="LiveId" clId="{9E399740-9EF4-45B6-AD30-61BF9425E865}" dt="2024-03-13T06:41:47.780" v="82" actId="478"/>
          <ac:picMkLst>
            <pc:docMk/>
            <pc:sldMk cId="436742867" sldId="282"/>
            <ac:picMk id="15" creationId="{05605A0F-180D-5282-9A88-CADEEB3F1F89}"/>
          </ac:picMkLst>
        </pc:picChg>
        <pc:picChg chg="add del">
          <ac:chgData name="哲久 中村" userId="959916a84418345a" providerId="LiveId" clId="{9E399740-9EF4-45B6-AD30-61BF9425E865}" dt="2024-03-13T06:41:52.490" v="84" actId="478"/>
          <ac:picMkLst>
            <pc:docMk/>
            <pc:sldMk cId="436742867" sldId="282"/>
            <ac:picMk id="17" creationId="{4C6553D3-A86A-B332-5A70-BC0F4FCF210D}"/>
          </ac:picMkLst>
        </pc:picChg>
      </pc:sldChg>
      <pc:sldChg chg="modSp mod modAnim">
        <pc:chgData name="哲久 中村" userId="959916a84418345a" providerId="LiveId" clId="{9E399740-9EF4-45B6-AD30-61BF9425E865}" dt="2024-03-14T07:17:59.101" v="5137"/>
        <pc:sldMkLst>
          <pc:docMk/>
          <pc:sldMk cId="3080438624" sldId="283"/>
        </pc:sldMkLst>
        <pc:spChg chg="mod">
          <ac:chgData name="哲久 中村" userId="959916a84418345a" providerId="LiveId" clId="{9E399740-9EF4-45B6-AD30-61BF9425E865}" dt="2024-03-13T07:32:33.768" v="1558" actId="20577"/>
          <ac:spMkLst>
            <pc:docMk/>
            <pc:sldMk cId="3080438624" sldId="283"/>
            <ac:spMk id="2" creationId="{B77CAD57-7174-E9F4-C5AA-C729F957A223}"/>
          </ac:spMkLst>
        </pc:spChg>
        <pc:spChg chg="mod">
          <ac:chgData name="哲久 中村" userId="959916a84418345a" providerId="LiveId" clId="{9E399740-9EF4-45B6-AD30-61BF9425E865}" dt="2024-03-13T07:23:26.295" v="1423" actId="27636"/>
          <ac:spMkLst>
            <pc:docMk/>
            <pc:sldMk cId="3080438624" sldId="283"/>
            <ac:spMk id="3" creationId="{3FD97379-0B66-5454-9EFB-53F42E2BF10A}"/>
          </ac:spMkLst>
        </pc:spChg>
        <pc:spChg chg="mod">
          <ac:chgData name="哲久 中村" userId="959916a84418345a" providerId="LiveId" clId="{9E399740-9EF4-45B6-AD30-61BF9425E865}" dt="2024-03-13T07:57:46.526" v="2632" actId="1076"/>
          <ac:spMkLst>
            <pc:docMk/>
            <pc:sldMk cId="3080438624" sldId="283"/>
            <ac:spMk id="4" creationId="{045AABD3-F4CC-744C-0609-19347B9242E6}"/>
          </ac:spMkLst>
        </pc:spChg>
        <pc:spChg chg="mod">
          <ac:chgData name="哲久 中村" userId="959916a84418345a" providerId="LiveId" clId="{9E399740-9EF4-45B6-AD30-61BF9425E865}" dt="2024-03-14T06:34:43.565" v="3901" actId="14100"/>
          <ac:spMkLst>
            <pc:docMk/>
            <pc:sldMk cId="3080438624" sldId="283"/>
            <ac:spMk id="7" creationId="{979B3F5C-A99C-524E-FE58-46937C21B35E}"/>
          </ac:spMkLst>
        </pc:spChg>
        <pc:picChg chg="mod">
          <ac:chgData name="哲久 中村" userId="959916a84418345a" providerId="LiveId" clId="{9E399740-9EF4-45B6-AD30-61BF9425E865}" dt="2024-03-14T06:34:35.981" v="3900" actId="14100"/>
          <ac:picMkLst>
            <pc:docMk/>
            <pc:sldMk cId="3080438624" sldId="283"/>
            <ac:picMk id="6" creationId="{D9866A25-1A24-D78A-4467-67F93B485435}"/>
          </ac:picMkLst>
        </pc:picChg>
      </pc:sldChg>
      <pc:sldChg chg="modSp mod modAnim">
        <pc:chgData name="哲久 中村" userId="959916a84418345a" providerId="LiveId" clId="{9E399740-9EF4-45B6-AD30-61BF9425E865}" dt="2024-03-14T07:18:31.649" v="5141"/>
        <pc:sldMkLst>
          <pc:docMk/>
          <pc:sldMk cId="485197788" sldId="284"/>
        </pc:sldMkLst>
        <pc:spChg chg="mod">
          <ac:chgData name="哲久 中村" userId="959916a84418345a" providerId="LiveId" clId="{9E399740-9EF4-45B6-AD30-61BF9425E865}" dt="2024-03-13T07:33:05.396" v="1600" actId="20577"/>
          <ac:spMkLst>
            <pc:docMk/>
            <pc:sldMk cId="485197788" sldId="284"/>
            <ac:spMk id="2" creationId="{B77CAD57-7174-E9F4-C5AA-C729F957A223}"/>
          </ac:spMkLst>
        </pc:spChg>
      </pc:sldChg>
      <pc:sldChg chg="modSp mod modAnim">
        <pc:chgData name="哲久 中村" userId="959916a84418345a" providerId="LiveId" clId="{9E399740-9EF4-45B6-AD30-61BF9425E865}" dt="2024-03-14T07:20:22.940" v="5165" actId="207"/>
        <pc:sldMkLst>
          <pc:docMk/>
          <pc:sldMk cId="2084273852" sldId="285"/>
        </pc:sldMkLst>
        <pc:spChg chg="mod">
          <ac:chgData name="哲久 中村" userId="959916a84418345a" providerId="LiveId" clId="{9E399740-9EF4-45B6-AD30-61BF9425E865}" dt="2024-03-13T07:27:03.512" v="1502" actId="255"/>
          <ac:spMkLst>
            <pc:docMk/>
            <pc:sldMk cId="2084273852" sldId="285"/>
            <ac:spMk id="2" creationId="{B77CAD57-7174-E9F4-C5AA-C729F957A223}"/>
          </ac:spMkLst>
        </pc:spChg>
        <pc:spChg chg="mod">
          <ac:chgData name="哲久 中村" userId="959916a84418345a" providerId="LiveId" clId="{9E399740-9EF4-45B6-AD30-61BF9425E865}" dt="2024-03-14T07:20:22.940" v="5165" actId="207"/>
          <ac:spMkLst>
            <pc:docMk/>
            <pc:sldMk cId="2084273852" sldId="285"/>
            <ac:spMk id="3" creationId="{3FD97379-0B66-5454-9EFB-53F42E2BF10A}"/>
          </ac:spMkLst>
        </pc:spChg>
      </pc:sldChg>
      <pc:sldChg chg="modSp mod modAnim">
        <pc:chgData name="哲久 中村" userId="959916a84418345a" providerId="LiveId" clId="{9E399740-9EF4-45B6-AD30-61BF9425E865}" dt="2024-03-14T07:20:43.645" v="5167" actId="207"/>
        <pc:sldMkLst>
          <pc:docMk/>
          <pc:sldMk cId="2270829667" sldId="286"/>
        </pc:sldMkLst>
        <pc:spChg chg="mod">
          <ac:chgData name="哲久 中村" userId="959916a84418345a" providerId="LiveId" clId="{9E399740-9EF4-45B6-AD30-61BF9425E865}" dt="2024-03-13T07:27:36.306" v="1520" actId="255"/>
          <ac:spMkLst>
            <pc:docMk/>
            <pc:sldMk cId="2270829667" sldId="286"/>
            <ac:spMk id="2" creationId="{B77CAD57-7174-E9F4-C5AA-C729F957A223}"/>
          </ac:spMkLst>
        </pc:spChg>
        <pc:spChg chg="mod">
          <ac:chgData name="哲久 中村" userId="959916a84418345a" providerId="LiveId" clId="{9E399740-9EF4-45B6-AD30-61BF9425E865}" dt="2024-03-14T07:20:43.645" v="5167" actId="207"/>
          <ac:spMkLst>
            <pc:docMk/>
            <pc:sldMk cId="2270829667" sldId="286"/>
            <ac:spMk id="3" creationId="{3FD97379-0B66-5454-9EFB-53F42E2BF10A}"/>
          </ac:spMkLst>
        </pc:spChg>
        <pc:spChg chg="mod">
          <ac:chgData name="哲久 中村" userId="959916a84418345a" providerId="LiveId" clId="{9E399740-9EF4-45B6-AD30-61BF9425E865}" dt="2024-03-13T07:28:32.936" v="1522" actId="1076"/>
          <ac:spMkLst>
            <pc:docMk/>
            <pc:sldMk cId="2270829667" sldId="286"/>
            <ac:spMk id="5" creationId="{4539F1B9-2528-A6B2-98DC-896BD17B0629}"/>
          </ac:spMkLst>
        </pc:spChg>
      </pc:sldChg>
      <pc:sldChg chg="modSp del mod">
        <pc:chgData name="哲久 中村" userId="959916a84418345a" providerId="LiveId" clId="{9E399740-9EF4-45B6-AD30-61BF9425E865}" dt="2024-03-13T07:35:14.213" v="1615" actId="47"/>
        <pc:sldMkLst>
          <pc:docMk/>
          <pc:sldMk cId="2639750025" sldId="287"/>
        </pc:sldMkLst>
        <pc:spChg chg="mod">
          <ac:chgData name="哲久 中村" userId="959916a84418345a" providerId="LiveId" clId="{9E399740-9EF4-45B6-AD30-61BF9425E865}" dt="2024-03-13T07:35:11.434" v="1614" actId="6549"/>
          <ac:spMkLst>
            <pc:docMk/>
            <pc:sldMk cId="2639750025" sldId="287"/>
            <ac:spMk id="2" creationId="{B77CAD57-7174-E9F4-C5AA-C729F957A223}"/>
          </ac:spMkLst>
        </pc:spChg>
      </pc:sldChg>
      <pc:sldChg chg="del">
        <pc:chgData name="哲久 中村" userId="959916a84418345a" providerId="LiveId" clId="{9E399740-9EF4-45B6-AD30-61BF9425E865}" dt="2024-03-13T07:35:30.718" v="1616" actId="47"/>
        <pc:sldMkLst>
          <pc:docMk/>
          <pc:sldMk cId="3573119288" sldId="288"/>
        </pc:sldMkLst>
      </pc:sldChg>
      <pc:sldChg chg="modSp mod">
        <pc:chgData name="哲久 中村" userId="959916a84418345a" providerId="LiveId" clId="{9E399740-9EF4-45B6-AD30-61BF9425E865}" dt="2024-03-13T07:36:02.302" v="1628" actId="1076"/>
        <pc:sldMkLst>
          <pc:docMk/>
          <pc:sldMk cId="886273878" sldId="289"/>
        </pc:sldMkLst>
        <pc:spChg chg="mod">
          <ac:chgData name="哲久 中村" userId="959916a84418345a" providerId="LiveId" clId="{9E399740-9EF4-45B6-AD30-61BF9425E865}" dt="2024-03-13T07:35:45.067" v="1618"/>
          <ac:spMkLst>
            <pc:docMk/>
            <pc:sldMk cId="886273878" sldId="289"/>
            <ac:spMk id="2" creationId="{B77CAD57-7174-E9F4-C5AA-C729F957A223}"/>
          </ac:spMkLst>
        </pc:spChg>
        <pc:spChg chg="mod">
          <ac:chgData name="哲久 中村" userId="959916a84418345a" providerId="LiveId" clId="{9E399740-9EF4-45B6-AD30-61BF9425E865}" dt="2024-03-13T07:36:02.302" v="1628" actId="1076"/>
          <ac:spMkLst>
            <pc:docMk/>
            <pc:sldMk cId="886273878" sldId="289"/>
            <ac:spMk id="4" creationId="{F4ED4760-54B0-1F37-9D89-4356FD91AD01}"/>
          </ac:spMkLst>
        </pc:spChg>
      </pc:sldChg>
      <pc:sldChg chg="addSp delSp modSp mod ord modAnim">
        <pc:chgData name="哲久 中村" userId="959916a84418345a" providerId="LiveId" clId="{9E399740-9EF4-45B6-AD30-61BF9425E865}" dt="2024-03-14T07:11:00.905" v="5134"/>
        <pc:sldMkLst>
          <pc:docMk/>
          <pc:sldMk cId="2028776255" sldId="290"/>
        </pc:sldMkLst>
        <pc:spChg chg="ord">
          <ac:chgData name="哲久 中村" userId="959916a84418345a" providerId="LiveId" clId="{9E399740-9EF4-45B6-AD30-61BF9425E865}" dt="2024-03-14T07:10:32.798" v="5132" actId="166"/>
          <ac:spMkLst>
            <pc:docMk/>
            <pc:sldMk cId="2028776255" sldId="290"/>
            <ac:spMk id="3" creationId="{3FD97379-0B66-5454-9EFB-53F42E2BF10A}"/>
          </ac:spMkLst>
        </pc:spChg>
        <pc:picChg chg="add del mod">
          <ac:chgData name="哲久 中村" userId="959916a84418345a" providerId="LiveId" clId="{9E399740-9EF4-45B6-AD30-61BF9425E865}" dt="2024-03-14T07:10:54.803" v="5133" actId="478"/>
          <ac:picMkLst>
            <pc:docMk/>
            <pc:sldMk cId="2028776255" sldId="290"/>
            <ac:picMk id="4" creationId="{BA1E8603-21FD-AC3A-0DC1-8422B5AFF10B}"/>
          </ac:picMkLst>
        </pc:picChg>
      </pc:sldChg>
      <pc:sldChg chg="del">
        <pc:chgData name="哲久 中村" userId="959916a84418345a" providerId="LiveId" clId="{9E399740-9EF4-45B6-AD30-61BF9425E865}" dt="2024-03-14T07:03:14.754" v="4794" actId="2696"/>
        <pc:sldMkLst>
          <pc:docMk/>
          <pc:sldMk cId="3751564478" sldId="291"/>
        </pc:sldMkLst>
      </pc:sldChg>
      <pc:sldChg chg="add del">
        <pc:chgData name="哲久 中村" userId="959916a84418345a" providerId="LiveId" clId="{9E399740-9EF4-45B6-AD30-61BF9425E865}" dt="2024-03-13T08:11:05.557" v="3078" actId="47"/>
        <pc:sldMkLst>
          <pc:docMk/>
          <pc:sldMk cId="3640938462" sldId="292"/>
        </pc:sldMkLst>
      </pc:sldChg>
      <pc:sldChg chg="modSp mod ord">
        <pc:chgData name="哲久 中村" userId="959916a84418345a" providerId="LiveId" clId="{9E399740-9EF4-45B6-AD30-61BF9425E865}" dt="2024-03-14T06:38:22.184" v="3916" actId="207"/>
        <pc:sldMkLst>
          <pc:docMk/>
          <pc:sldMk cId="67784599" sldId="293"/>
        </pc:sldMkLst>
        <pc:spChg chg="mod">
          <ac:chgData name="哲久 中村" userId="959916a84418345a" providerId="LiveId" clId="{9E399740-9EF4-45B6-AD30-61BF9425E865}" dt="2024-03-13T08:24:50.352" v="3893" actId="20577"/>
          <ac:spMkLst>
            <pc:docMk/>
            <pc:sldMk cId="67784599" sldId="293"/>
            <ac:spMk id="2" creationId="{52257870-AFB4-E4CE-2129-83AE0BBFA7B9}"/>
          </ac:spMkLst>
        </pc:spChg>
        <pc:spChg chg="mod">
          <ac:chgData name="哲久 中村" userId="959916a84418345a" providerId="LiveId" clId="{9E399740-9EF4-45B6-AD30-61BF9425E865}" dt="2024-03-14T06:38:22.184" v="3916" actId="207"/>
          <ac:spMkLst>
            <pc:docMk/>
            <pc:sldMk cId="67784599" sldId="293"/>
            <ac:spMk id="3" creationId="{DD62D595-889E-9A7D-8158-48CDF9A27CE1}"/>
          </ac:spMkLst>
        </pc:spChg>
      </pc:sldChg>
      <pc:sldChg chg="modSp mod ord">
        <pc:chgData name="哲久 中村" userId="959916a84418345a" providerId="LiveId" clId="{9E399740-9EF4-45B6-AD30-61BF9425E865}" dt="2024-03-14T06:54:17.034" v="4222" actId="20577"/>
        <pc:sldMkLst>
          <pc:docMk/>
          <pc:sldMk cId="2713191728" sldId="294"/>
        </pc:sldMkLst>
        <pc:spChg chg="mod">
          <ac:chgData name="哲久 中村" userId="959916a84418345a" providerId="LiveId" clId="{9E399740-9EF4-45B6-AD30-61BF9425E865}" dt="2024-03-13T08:25:26.360" v="3898"/>
          <ac:spMkLst>
            <pc:docMk/>
            <pc:sldMk cId="2713191728" sldId="294"/>
            <ac:spMk id="2" creationId="{52257870-AFB4-E4CE-2129-83AE0BBFA7B9}"/>
          </ac:spMkLst>
        </pc:spChg>
        <pc:spChg chg="mod">
          <ac:chgData name="哲久 中村" userId="959916a84418345a" providerId="LiveId" clId="{9E399740-9EF4-45B6-AD30-61BF9425E865}" dt="2024-03-14T06:54:17.034" v="4222" actId="20577"/>
          <ac:spMkLst>
            <pc:docMk/>
            <pc:sldMk cId="2713191728" sldId="294"/>
            <ac:spMk id="3" creationId="{DD62D595-889E-9A7D-8158-48CDF9A27CE1}"/>
          </ac:spMkLst>
        </pc:spChg>
        <pc:picChg chg="mod">
          <ac:chgData name="哲久 中村" userId="959916a84418345a" providerId="LiveId" clId="{9E399740-9EF4-45B6-AD30-61BF9425E865}" dt="2024-03-14T06:53:34.438" v="4186" actId="1076"/>
          <ac:picMkLst>
            <pc:docMk/>
            <pc:sldMk cId="2713191728" sldId="294"/>
            <ac:picMk id="4" creationId="{CAAC84E0-CCBB-E4FA-B501-F409DF739A61}"/>
          </ac:picMkLst>
        </pc:picChg>
      </pc:sldChg>
      <pc:sldChg chg="addSp delSp modSp mod ord modAnim">
        <pc:chgData name="哲久 中村" userId="959916a84418345a" providerId="LiveId" clId="{9E399740-9EF4-45B6-AD30-61BF9425E865}" dt="2024-03-14T07:19:59.977" v="5164" actId="403"/>
        <pc:sldMkLst>
          <pc:docMk/>
          <pc:sldMk cId="3946342381" sldId="296"/>
        </pc:sldMkLst>
        <pc:spChg chg="mod">
          <ac:chgData name="哲久 中村" userId="959916a84418345a" providerId="LiveId" clId="{9E399740-9EF4-45B6-AD30-61BF9425E865}" dt="2024-03-14T06:39:08.106" v="3921" actId="20577"/>
          <ac:spMkLst>
            <pc:docMk/>
            <pc:sldMk cId="3946342381" sldId="296"/>
            <ac:spMk id="2" creationId="{52257870-AFB4-E4CE-2129-83AE0BBFA7B9}"/>
          </ac:spMkLst>
        </pc:spChg>
        <pc:spChg chg="mod">
          <ac:chgData name="哲久 中村" userId="959916a84418345a" providerId="LiveId" clId="{9E399740-9EF4-45B6-AD30-61BF9425E865}" dt="2024-03-13T06:59:50.682" v="408"/>
          <ac:spMkLst>
            <pc:docMk/>
            <pc:sldMk cId="3946342381" sldId="296"/>
            <ac:spMk id="3" creationId="{DD62D595-889E-9A7D-8158-48CDF9A27CE1}"/>
          </ac:spMkLst>
        </pc:spChg>
        <pc:spChg chg="add del mod">
          <ac:chgData name="哲久 中村" userId="959916a84418345a" providerId="LiveId" clId="{9E399740-9EF4-45B6-AD30-61BF9425E865}" dt="2024-03-14T07:07:30.383" v="5093"/>
          <ac:spMkLst>
            <pc:docMk/>
            <pc:sldMk cId="3946342381" sldId="296"/>
            <ac:spMk id="4" creationId="{E1956B3D-EC19-849E-751C-B21E1B9308CC}"/>
          </ac:spMkLst>
        </pc:spChg>
        <pc:spChg chg="add mod">
          <ac:chgData name="哲久 中村" userId="959916a84418345a" providerId="LiveId" clId="{9E399740-9EF4-45B6-AD30-61BF9425E865}" dt="2024-03-14T07:19:59.977" v="5164" actId="403"/>
          <ac:spMkLst>
            <pc:docMk/>
            <pc:sldMk cId="3946342381" sldId="296"/>
            <ac:spMk id="5" creationId="{9F439E2F-D3BE-912C-3319-4DEB08103DD4}"/>
          </ac:spMkLst>
        </pc:spChg>
        <pc:graphicFrameChg chg="add mod modGraphic">
          <ac:chgData name="哲久 中村" userId="959916a84418345a" providerId="LiveId" clId="{9E399740-9EF4-45B6-AD30-61BF9425E865}" dt="2024-03-14T07:04:11.589" v="4815" actId="14100"/>
          <ac:graphicFrameMkLst>
            <pc:docMk/>
            <pc:sldMk cId="3946342381" sldId="296"/>
            <ac:graphicFrameMk id="6" creationId="{899BCCD6-E47E-CBB4-FA66-862E77C694A3}"/>
          </ac:graphicFrameMkLst>
        </pc:graphicFrameChg>
        <pc:picChg chg="add del mod">
          <ac:chgData name="哲久 中村" userId="959916a84418345a" providerId="LiveId" clId="{9E399740-9EF4-45B6-AD30-61BF9425E865}" dt="2024-03-13T07:01:31.629" v="415" actId="478"/>
          <ac:picMkLst>
            <pc:docMk/>
            <pc:sldMk cId="3946342381" sldId="296"/>
            <ac:picMk id="5" creationId="{0CF9C9EC-1F3C-6047-F8F0-2946A9D68E7E}"/>
          </ac:picMkLst>
        </pc:picChg>
      </pc:sldChg>
      <pc:sldChg chg="del">
        <pc:chgData name="哲久 中村" userId="959916a84418345a" providerId="LiveId" clId="{9E399740-9EF4-45B6-AD30-61BF9425E865}" dt="2024-03-13T06:58:41.754" v="275" actId="47"/>
        <pc:sldMkLst>
          <pc:docMk/>
          <pc:sldMk cId="541967689" sldId="297"/>
        </pc:sldMkLst>
      </pc:sldChg>
      <pc:sldChg chg="del">
        <pc:chgData name="哲久 中村" userId="959916a84418345a" providerId="LiveId" clId="{9E399740-9EF4-45B6-AD30-61BF9425E865}" dt="2024-03-13T06:58:33.788" v="274" actId="47"/>
        <pc:sldMkLst>
          <pc:docMk/>
          <pc:sldMk cId="1121403136" sldId="298"/>
        </pc:sldMkLst>
      </pc:sldChg>
      <pc:sldChg chg="addSp delSp modSp mod delAnim modAnim">
        <pc:chgData name="哲久 中村" userId="959916a84418345a" providerId="LiveId" clId="{9E399740-9EF4-45B6-AD30-61BF9425E865}" dt="2024-03-14T07:17:34.288" v="5135"/>
        <pc:sldMkLst>
          <pc:docMk/>
          <pc:sldMk cId="936277763" sldId="299"/>
        </pc:sldMkLst>
        <pc:spChg chg="del">
          <ac:chgData name="哲久 中村" userId="959916a84418345a" providerId="LiveId" clId="{9E399740-9EF4-45B6-AD30-61BF9425E865}" dt="2024-03-13T07:10:31.370" v="724" actId="478"/>
          <ac:spMkLst>
            <pc:docMk/>
            <pc:sldMk cId="936277763" sldId="299"/>
            <ac:spMk id="3" creationId="{3C0C5F65-ED6B-CF43-7E5C-C60428AE454A}"/>
          </ac:spMkLst>
        </pc:spChg>
        <pc:spChg chg="del">
          <ac:chgData name="哲久 中村" userId="959916a84418345a" providerId="LiveId" clId="{9E399740-9EF4-45B6-AD30-61BF9425E865}" dt="2024-03-13T07:10:41.186" v="726" actId="478"/>
          <ac:spMkLst>
            <pc:docMk/>
            <pc:sldMk cId="936277763" sldId="299"/>
            <ac:spMk id="4" creationId="{80FB9F44-640F-B656-3976-DB74C61A14FD}"/>
          </ac:spMkLst>
        </pc:spChg>
        <pc:spChg chg="mod">
          <ac:chgData name="哲久 中村" userId="959916a84418345a" providerId="LiveId" clId="{9E399740-9EF4-45B6-AD30-61BF9425E865}" dt="2024-03-13T07:13:41.873" v="907" actId="14100"/>
          <ac:spMkLst>
            <pc:docMk/>
            <pc:sldMk cId="936277763" sldId="299"/>
            <ac:spMk id="5" creationId="{648AB4C4-59ED-5FC8-D53D-DFC70CAEA15C}"/>
          </ac:spMkLst>
        </pc:spChg>
        <pc:spChg chg="add del mod">
          <ac:chgData name="哲久 中村" userId="959916a84418345a" providerId="LiveId" clId="{9E399740-9EF4-45B6-AD30-61BF9425E865}" dt="2024-03-13T07:10:37.976" v="725" actId="478"/>
          <ac:spMkLst>
            <pc:docMk/>
            <pc:sldMk cId="936277763" sldId="299"/>
            <ac:spMk id="6" creationId="{6770337A-DF3C-4D0A-0C08-A76DFA07286B}"/>
          </ac:spMkLst>
        </pc:spChg>
        <pc:picChg chg="del">
          <ac:chgData name="哲久 中村" userId="959916a84418345a" providerId="LiveId" clId="{9E399740-9EF4-45B6-AD30-61BF9425E865}" dt="2024-03-13T07:10:25.880" v="723" actId="478"/>
          <ac:picMkLst>
            <pc:docMk/>
            <pc:sldMk cId="936277763" sldId="299"/>
            <ac:picMk id="1026" creationId="{01575067-2C56-C022-4FAD-601EDE3339AE}"/>
          </ac:picMkLst>
        </pc:picChg>
      </pc:sldChg>
      <pc:sldChg chg="del">
        <pc:chgData name="哲久 中村" userId="959916a84418345a" providerId="LiveId" clId="{9E399740-9EF4-45B6-AD30-61BF9425E865}" dt="2024-03-13T06:58:09.720" v="270" actId="47"/>
        <pc:sldMkLst>
          <pc:docMk/>
          <pc:sldMk cId="2233358187" sldId="300"/>
        </pc:sldMkLst>
      </pc:sldChg>
      <pc:sldChg chg="del">
        <pc:chgData name="哲久 中村" userId="959916a84418345a" providerId="LiveId" clId="{9E399740-9EF4-45B6-AD30-61BF9425E865}" dt="2024-03-13T06:58:27.035" v="273" actId="47"/>
        <pc:sldMkLst>
          <pc:docMk/>
          <pc:sldMk cId="2820568132" sldId="301"/>
        </pc:sldMkLst>
      </pc:sldChg>
      <pc:sldChg chg="del">
        <pc:chgData name="哲久 中村" userId="959916a84418345a" providerId="LiveId" clId="{9E399740-9EF4-45B6-AD30-61BF9425E865}" dt="2024-03-13T06:58:23.632" v="272" actId="47"/>
        <pc:sldMkLst>
          <pc:docMk/>
          <pc:sldMk cId="280309944" sldId="302"/>
        </pc:sldMkLst>
      </pc:sldChg>
      <pc:sldChg chg="del">
        <pc:chgData name="哲久 中村" userId="959916a84418345a" providerId="LiveId" clId="{9E399740-9EF4-45B6-AD30-61BF9425E865}" dt="2024-03-13T06:58:20.915" v="271" actId="47"/>
        <pc:sldMkLst>
          <pc:docMk/>
          <pc:sldMk cId="3927204838" sldId="303"/>
        </pc:sldMkLst>
      </pc:sldChg>
      <pc:sldChg chg="addSp delSp modSp add mod ord">
        <pc:chgData name="哲久 中村" userId="959916a84418345a" providerId="LiveId" clId="{9E399740-9EF4-45B6-AD30-61BF9425E865}" dt="2024-03-13T06:58:07.880" v="269"/>
        <pc:sldMkLst>
          <pc:docMk/>
          <pc:sldMk cId="2821819996" sldId="304"/>
        </pc:sldMkLst>
        <pc:spChg chg="mod">
          <ac:chgData name="哲久 中村" userId="959916a84418345a" providerId="LiveId" clId="{9E399740-9EF4-45B6-AD30-61BF9425E865}" dt="2024-03-13T06:49:06.215" v="141" actId="20577"/>
          <ac:spMkLst>
            <pc:docMk/>
            <pc:sldMk cId="2821819996" sldId="304"/>
            <ac:spMk id="2" creationId="{1D10D971-AAF9-7683-A3E2-40400371B5FD}"/>
          </ac:spMkLst>
        </pc:spChg>
        <pc:spChg chg="add del mod">
          <ac:chgData name="哲久 中村" userId="959916a84418345a" providerId="LiveId" clId="{9E399740-9EF4-45B6-AD30-61BF9425E865}" dt="2024-03-13T06:57:45.842" v="265" actId="27636"/>
          <ac:spMkLst>
            <pc:docMk/>
            <pc:sldMk cId="2821819996" sldId="304"/>
            <ac:spMk id="3" creationId="{29952A01-719F-C165-7654-5E28D9C6A7C3}"/>
          </ac:spMkLst>
        </pc:spChg>
        <pc:picChg chg="del">
          <ac:chgData name="哲久 中村" userId="959916a84418345a" providerId="LiveId" clId="{9E399740-9EF4-45B6-AD30-61BF9425E865}" dt="2024-03-13T06:57:26.592" v="254" actId="478"/>
          <ac:picMkLst>
            <pc:docMk/>
            <pc:sldMk cId="2821819996" sldId="304"/>
            <ac:picMk id="7" creationId="{B36E0BB1-C564-61B9-CBDD-D6F1D42505A7}"/>
          </ac:picMkLst>
        </pc:picChg>
        <pc:picChg chg="del mod">
          <ac:chgData name="哲久 中村" userId="959916a84418345a" providerId="LiveId" clId="{9E399740-9EF4-45B6-AD30-61BF9425E865}" dt="2024-03-13T06:57:30.055" v="256" actId="478"/>
          <ac:picMkLst>
            <pc:docMk/>
            <pc:sldMk cId="2821819996" sldId="304"/>
            <ac:picMk id="9" creationId="{914C10BB-6CB1-7BCD-B3D8-0A4F83102006}"/>
          </ac:picMkLst>
        </pc:picChg>
        <pc:picChg chg="del">
          <ac:chgData name="哲久 中村" userId="959916a84418345a" providerId="LiveId" clId="{9E399740-9EF4-45B6-AD30-61BF9425E865}" dt="2024-03-13T06:57:33.126" v="257" actId="478"/>
          <ac:picMkLst>
            <pc:docMk/>
            <pc:sldMk cId="2821819996" sldId="304"/>
            <ac:picMk id="11" creationId="{754A0A69-5FCD-8354-66CB-E4D6C711E61F}"/>
          </ac:picMkLst>
        </pc:picChg>
        <pc:picChg chg="del">
          <ac:chgData name="哲久 中村" userId="959916a84418345a" providerId="LiveId" clId="{9E399740-9EF4-45B6-AD30-61BF9425E865}" dt="2024-03-13T06:49:08.524" v="142" actId="478"/>
          <ac:picMkLst>
            <pc:docMk/>
            <pc:sldMk cId="2821819996" sldId="304"/>
            <ac:picMk id="2050" creationId="{0C6608E2-5210-D481-147C-DCD2BBC1D646}"/>
          </ac:picMkLst>
        </pc:picChg>
      </pc:sldChg>
      <pc:sldChg chg="addSp delSp modSp add mod delAnim modAnim">
        <pc:chgData name="哲久 中村" userId="959916a84418345a" providerId="LiveId" clId="{9E399740-9EF4-45B6-AD30-61BF9425E865}" dt="2024-03-13T07:24:48.854" v="1435"/>
        <pc:sldMkLst>
          <pc:docMk/>
          <pc:sldMk cId="995243055" sldId="305"/>
        </pc:sldMkLst>
        <pc:spChg chg="mod">
          <ac:chgData name="哲久 中村" userId="959916a84418345a" providerId="LiveId" clId="{9E399740-9EF4-45B6-AD30-61BF9425E865}" dt="2024-03-13T07:15:38.150" v="928" actId="14100"/>
          <ac:spMkLst>
            <pc:docMk/>
            <pc:sldMk cId="995243055" sldId="305"/>
            <ac:spMk id="2" creationId="{B77CAD57-7174-E9F4-C5AA-C729F957A223}"/>
          </ac:spMkLst>
        </pc:spChg>
        <pc:spChg chg="add mod">
          <ac:chgData name="哲久 中村" userId="959916a84418345a" providerId="LiveId" clId="{9E399740-9EF4-45B6-AD30-61BF9425E865}" dt="2024-03-13T07:24:08.502" v="1428" actId="14100"/>
          <ac:spMkLst>
            <pc:docMk/>
            <pc:sldMk cId="995243055" sldId="305"/>
            <ac:spMk id="4" creationId="{1F450FA6-276F-C74E-F562-7828AA65F793}"/>
          </ac:spMkLst>
        </pc:spChg>
        <pc:spChg chg="del">
          <ac:chgData name="哲久 中村" userId="959916a84418345a" providerId="LiveId" clId="{9E399740-9EF4-45B6-AD30-61BF9425E865}" dt="2024-03-13T07:14:39.557" v="909" actId="478"/>
          <ac:spMkLst>
            <pc:docMk/>
            <pc:sldMk cId="995243055" sldId="305"/>
            <ac:spMk id="5" creationId="{648AB4C4-59ED-5FC8-D53D-DFC70CAEA15C}"/>
          </ac:spMkLst>
        </pc:spChg>
        <pc:spChg chg="add mod">
          <ac:chgData name="哲久 中村" userId="959916a84418345a" providerId="LiveId" clId="{9E399740-9EF4-45B6-AD30-61BF9425E865}" dt="2024-03-13T07:24:22.747" v="1431" actId="14100"/>
          <ac:spMkLst>
            <pc:docMk/>
            <pc:sldMk cId="995243055" sldId="305"/>
            <ac:spMk id="6" creationId="{A1F18F42-1F99-23B7-9CB8-3B08A1156A72}"/>
          </ac:spMkLst>
        </pc:spChg>
        <pc:picChg chg="add mod">
          <ac:chgData name="哲久 中村" userId="959916a84418345a" providerId="LiveId" clId="{9E399740-9EF4-45B6-AD30-61BF9425E865}" dt="2024-03-13T07:15:54.453" v="931" actId="14100"/>
          <ac:picMkLst>
            <pc:docMk/>
            <pc:sldMk cId="995243055" sldId="305"/>
            <ac:picMk id="3" creationId="{51D3CB30-CAD4-C687-4106-8ECC29A7974B}"/>
          </ac:picMkLst>
        </pc:picChg>
        <pc:picChg chg="add mod">
          <ac:chgData name="哲久 中村" userId="959916a84418345a" providerId="LiveId" clId="{9E399740-9EF4-45B6-AD30-61BF9425E865}" dt="2024-03-13T07:24:37.696" v="1433"/>
          <ac:picMkLst>
            <pc:docMk/>
            <pc:sldMk cId="995243055" sldId="305"/>
            <ac:picMk id="7" creationId="{A719165E-982F-029E-DB20-74F1183ADB62}"/>
          </ac:picMkLst>
        </pc:picChg>
        <pc:picChg chg="add mod">
          <ac:chgData name="哲久 中村" userId="959916a84418345a" providerId="LiveId" clId="{9E399740-9EF4-45B6-AD30-61BF9425E865}" dt="2024-03-13T07:24:48.854" v="1435"/>
          <ac:picMkLst>
            <pc:docMk/>
            <pc:sldMk cId="995243055" sldId="305"/>
            <ac:picMk id="8" creationId="{78CD7E1E-8FD0-F6B0-65EE-516B3D30ABDF}"/>
          </ac:picMkLst>
        </pc:picChg>
      </pc:sldChg>
      <pc:sldChg chg="delSp modSp add mod delAnim modAnim">
        <pc:chgData name="哲久 中村" userId="959916a84418345a" providerId="LiveId" clId="{9E399740-9EF4-45B6-AD30-61BF9425E865}" dt="2024-03-14T07:18:21.885" v="5139"/>
        <pc:sldMkLst>
          <pc:docMk/>
          <pc:sldMk cId="2498154557" sldId="306"/>
        </pc:sldMkLst>
        <pc:spChg chg="mod">
          <ac:chgData name="哲久 中村" userId="959916a84418345a" providerId="LiveId" clId="{9E399740-9EF4-45B6-AD30-61BF9425E865}" dt="2024-03-13T07:32:47.390" v="1579" actId="20577"/>
          <ac:spMkLst>
            <pc:docMk/>
            <pc:sldMk cId="2498154557" sldId="306"/>
            <ac:spMk id="2" creationId="{B77CAD57-7174-E9F4-C5AA-C729F957A223}"/>
          </ac:spMkLst>
        </pc:spChg>
        <pc:spChg chg="del">
          <ac:chgData name="哲久 中村" userId="959916a84418345a" providerId="LiveId" clId="{9E399740-9EF4-45B6-AD30-61BF9425E865}" dt="2024-03-13T07:19:37.247" v="1073" actId="478"/>
          <ac:spMkLst>
            <pc:docMk/>
            <pc:sldMk cId="2498154557" sldId="306"/>
            <ac:spMk id="4" creationId="{045AABD3-F4CC-744C-0609-19347B9242E6}"/>
          </ac:spMkLst>
        </pc:spChg>
        <pc:spChg chg="mod">
          <ac:chgData name="哲久 中村" userId="959916a84418345a" providerId="LiveId" clId="{9E399740-9EF4-45B6-AD30-61BF9425E865}" dt="2024-03-14T06:35:04.011" v="3905" actId="1076"/>
          <ac:spMkLst>
            <pc:docMk/>
            <pc:sldMk cId="2498154557" sldId="306"/>
            <ac:spMk id="7" creationId="{979B3F5C-A99C-524E-FE58-46937C21B35E}"/>
          </ac:spMkLst>
        </pc:spChg>
        <pc:picChg chg="mod">
          <ac:chgData name="哲久 中村" userId="959916a84418345a" providerId="LiveId" clId="{9E399740-9EF4-45B6-AD30-61BF9425E865}" dt="2024-03-14T06:34:55.477" v="3903" actId="14100"/>
          <ac:picMkLst>
            <pc:docMk/>
            <pc:sldMk cId="2498154557" sldId="306"/>
            <ac:picMk id="6" creationId="{D9866A25-1A24-D78A-4467-67F93B485435}"/>
          </ac:picMkLst>
        </pc:picChg>
      </pc:sldChg>
      <pc:sldChg chg="delSp modSp add mod delAnim">
        <pc:chgData name="哲久 中村" userId="959916a84418345a" providerId="LiveId" clId="{9E399740-9EF4-45B6-AD30-61BF9425E865}" dt="2024-03-13T07:59:16.136" v="2650" actId="947"/>
        <pc:sldMkLst>
          <pc:docMk/>
          <pc:sldMk cId="1495663691" sldId="307"/>
        </pc:sldMkLst>
        <pc:spChg chg="mod">
          <ac:chgData name="哲久 中村" userId="959916a84418345a" providerId="LiveId" clId="{9E399740-9EF4-45B6-AD30-61BF9425E865}" dt="2024-03-13T07:59:16.136" v="2650" actId="947"/>
          <ac:spMkLst>
            <pc:docMk/>
            <pc:sldMk cId="1495663691" sldId="307"/>
            <ac:spMk id="2" creationId="{B77CAD57-7174-E9F4-C5AA-C729F957A223}"/>
          </ac:spMkLst>
        </pc:spChg>
        <pc:spChg chg="mod">
          <ac:chgData name="哲久 中村" userId="959916a84418345a" providerId="LiveId" clId="{9E399740-9EF4-45B6-AD30-61BF9425E865}" dt="2024-03-13T07:58:58.887" v="2647" actId="27636"/>
          <ac:spMkLst>
            <pc:docMk/>
            <pc:sldMk cId="1495663691" sldId="307"/>
            <ac:spMk id="3" creationId="{3FD97379-0B66-5454-9EFB-53F42E2BF10A}"/>
          </ac:spMkLst>
        </pc:spChg>
        <pc:spChg chg="del">
          <ac:chgData name="哲久 中村" userId="959916a84418345a" providerId="LiveId" clId="{9E399740-9EF4-45B6-AD30-61BF9425E865}" dt="2024-03-13T07:36:52.885" v="1682" actId="478"/>
          <ac:spMkLst>
            <pc:docMk/>
            <pc:sldMk cId="1495663691" sldId="307"/>
            <ac:spMk id="4" creationId="{F4ED4760-54B0-1F37-9D89-4356FD91AD01}"/>
          </ac:spMkLst>
        </pc:spChg>
      </pc:sldChg>
      <pc:sldChg chg="modSp add mod">
        <pc:chgData name="哲久 中村" userId="959916a84418345a" providerId="LiveId" clId="{9E399740-9EF4-45B6-AD30-61BF9425E865}" dt="2024-03-14T06:36:50.275" v="3910" actId="207"/>
        <pc:sldMkLst>
          <pc:docMk/>
          <pc:sldMk cId="1420994939" sldId="308"/>
        </pc:sldMkLst>
        <pc:spChg chg="mod">
          <ac:chgData name="哲久 中村" userId="959916a84418345a" providerId="LiveId" clId="{9E399740-9EF4-45B6-AD30-61BF9425E865}" dt="2024-03-13T07:59:29.826" v="2651"/>
          <ac:spMkLst>
            <pc:docMk/>
            <pc:sldMk cId="1420994939" sldId="308"/>
            <ac:spMk id="2" creationId="{B77CAD57-7174-E9F4-C5AA-C729F957A223}"/>
          </ac:spMkLst>
        </pc:spChg>
        <pc:spChg chg="mod">
          <ac:chgData name="哲久 中村" userId="959916a84418345a" providerId="LiveId" clId="{9E399740-9EF4-45B6-AD30-61BF9425E865}" dt="2024-03-14T06:36:50.275" v="3910" actId="207"/>
          <ac:spMkLst>
            <pc:docMk/>
            <pc:sldMk cId="1420994939" sldId="308"/>
            <ac:spMk id="3" creationId="{3FD97379-0B66-5454-9EFB-53F42E2BF10A}"/>
          </ac:spMkLst>
        </pc:spChg>
      </pc:sldChg>
      <pc:sldChg chg="addSp modSp add mod">
        <pc:chgData name="哲久 中村" userId="959916a84418345a" providerId="LiveId" clId="{9E399740-9EF4-45B6-AD30-61BF9425E865}" dt="2024-03-13T08:06:59.447" v="3071" actId="20577"/>
        <pc:sldMkLst>
          <pc:docMk/>
          <pc:sldMk cId="6338118" sldId="309"/>
        </pc:sldMkLst>
        <pc:spChg chg="mod">
          <ac:chgData name="哲久 中村" userId="959916a84418345a" providerId="LiveId" clId="{9E399740-9EF4-45B6-AD30-61BF9425E865}" dt="2024-03-13T08:06:59.447" v="3071" actId="20577"/>
          <ac:spMkLst>
            <pc:docMk/>
            <pc:sldMk cId="6338118" sldId="309"/>
            <ac:spMk id="2" creationId="{B77CAD57-7174-E9F4-C5AA-C729F957A223}"/>
          </ac:spMkLst>
        </pc:spChg>
        <pc:spChg chg="mod">
          <ac:chgData name="哲久 中村" userId="959916a84418345a" providerId="LiveId" clId="{9E399740-9EF4-45B6-AD30-61BF9425E865}" dt="2024-03-13T08:06:25.659" v="3024" actId="27636"/>
          <ac:spMkLst>
            <pc:docMk/>
            <pc:sldMk cId="6338118" sldId="309"/>
            <ac:spMk id="3" creationId="{3FD97379-0B66-5454-9EFB-53F42E2BF10A}"/>
          </ac:spMkLst>
        </pc:spChg>
        <pc:spChg chg="add mod">
          <ac:chgData name="哲久 中村" userId="959916a84418345a" providerId="LiveId" clId="{9E399740-9EF4-45B6-AD30-61BF9425E865}" dt="2024-03-13T08:06:34.835" v="3025" actId="1076"/>
          <ac:spMkLst>
            <pc:docMk/>
            <pc:sldMk cId="6338118" sldId="309"/>
            <ac:spMk id="5" creationId="{4BAC3BE7-8663-E2B1-3508-512821567BE1}"/>
          </ac:spMkLst>
        </pc:spChg>
      </pc:sldChg>
      <pc:sldChg chg="modSp add mod">
        <pc:chgData name="哲久 中村" userId="959916a84418345a" providerId="LiveId" clId="{9E399740-9EF4-45B6-AD30-61BF9425E865}" dt="2024-03-13T08:16:25.883" v="3434"/>
        <pc:sldMkLst>
          <pc:docMk/>
          <pc:sldMk cId="567731504" sldId="310"/>
        </pc:sldMkLst>
        <pc:spChg chg="mod">
          <ac:chgData name="哲久 中村" userId="959916a84418345a" providerId="LiveId" clId="{9E399740-9EF4-45B6-AD30-61BF9425E865}" dt="2024-03-13T08:16:25.883" v="3434"/>
          <ac:spMkLst>
            <pc:docMk/>
            <pc:sldMk cId="567731504" sldId="310"/>
            <ac:spMk id="2" creationId="{52257870-AFB4-E4CE-2129-83AE0BBFA7B9}"/>
          </ac:spMkLst>
        </pc:spChg>
        <pc:spChg chg="mod">
          <ac:chgData name="哲久 中村" userId="959916a84418345a" providerId="LiveId" clId="{9E399740-9EF4-45B6-AD30-61BF9425E865}" dt="2024-03-13T08:15:11.682" v="3430" actId="20577"/>
          <ac:spMkLst>
            <pc:docMk/>
            <pc:sldMk cId="567731504" sldId="310"/>
            <ac:spMk id="3" creationId="{DD62D595-889E-9A7D-8158-48CDF9A27CE1}"/>
          </ac:spMkLst>
        </pc:spChg>
      </pc:sldChg>
      <pc:sldChg chg="addSp delSp modSp add mod delAnim modAnim">
        <pc:chgData name="哲久 中村" userId="959916a84418345a" providerId="LiveId" clId="{9E399740-9EF4-45B6-AD30-61BF9425E865}" dt="2024-03-13T08:24:11.992" v="3859" actId="1076"/>
        <pc:sldMkLst>
          <pc:docMk/>
          <pc:sldMk cId="614255631" sldId="311"/>
        </pc:sldMkLst>
        <pc:spChg chg="mod">
          <ac:chgData name="哲久 中村" userId="959916a84418345a" providerId="LiveId" clId="{9E399740-9EF4-45B6-AD30-61BF9425E865}" dt="2024-03-13T08:23:31.665" v="3851" actId="947"/>
          <ac:spMkLst>
            <pc:docMk/>
            <pc:sldMk cId="614255631" sldId="311"/>
            <ac:spMk id="2" creationId="{52257870-AFB4-E4CE-2129-83AE0BBFA7B9}"/>
          </ac:spMkLst>
        </pc:spChg>
        <pc:spChg chg="mod">
          <ac:chgData name="哲久 中村" userId="959916a84418345a" providerId="LiveId" clId="{9E399740-9EF4-45B6-AD30-61BF9425E865}" dt="2024-03-13T08:23:49.717" v="3858" actId="27636"/>
          <ac:spMkLst>
            <pc:docMk/>
            <pc:sldMk cId="614255631" sldId="311"/>
            <ac:spMk id="3" creationId="{DD62D595-889E-9A7D-8158-48CDF9A27CE1}"/>
          </ac:spMkLst>
        </pc:spChg>
        <pc:spChg chg="add mod">
          <ac:chgData name="哲久 中村" userId="959916a84418345a" providerId="LiveId" clId="{9E399740-9EF4-45B6-AD30-61BF9425E865}" dt="2024-03-13T08:24:11.992" v="3859" actId="1076"/>
          <ac:spMkLst>
            <pc:docMk/>
            <pc:sldMk cId="614255631" sldId="311"/>
            <ac:spMk id="4" creationId="{4E8AFE4C-8540-7F46-25A5-6DAFC5BA43E9}"/>
          </ac:spMkLst>
        </pc:spChg>
        <pc:spChg chg="add del mod">
          <ac:chgData name="哲久 中村" userId="959916a84418345a" providerId="LiveId" clId="{9E399740-9EF4-45B6-AD30-61BF9425E865}" dt="2024-03-13T08:21:51.557" v="3769" actId="478"/>
          <ac:spMkLst>
            <pc:docMk/>
            <pc:sldMk cId="614255631" sldId="311"/>
            <ac:spMk id="5" creationId="{08573CFD-0889-542B-AE6A-721700813AB7}"/>
          </ac:spMkLst>
        </pc:spChg>
      </pc:sldChg>
      <pc:sldChg chg="delSp modSp add mod ord">
        <pc:chgData name="哲久 中村" userId="959916a84418345a" providerId="LiveId" clId="{9E399740-9EF4-45B6-AD30-61BF9425E865}" dt="2024-03-14T06:58:51.057" v="4516" actId="207"/>
        <pc:sldMkLst>
          <pc:docMk/>
          <pc:sldMk cId="2910558129" sldId="312"/>
        </pc:sldMkLst>
        <pc:spChg chg="mod">
          <ac:chgData name="哲久 中村" userId="959916a84418345a" providerId="LiveId" clId="{9E399740-9EF4-45B6-AD30-61BF9425E865}" dt="2024-03-14T06:55:59.800" v="4257" actId="20577"/>
          <ac:spMkLst>
            <pc:docMk/>
            <pc:sldMk cId="2910558129" sldId="312"/>
            <ac:spMk id="2" creationId="{52257870-AFB4-E4CE-2129-83AE0BBFA7B9}"/>
          </ac:spMkLst>
        </pc:spChg>
        <pc:spChg chg="mod">
          <ac:chgData name="哲久 中村" userId="959916a84418345a" providerId="LiveId" clId="{9E399740-9EF4-45B6-AD30-61BF9425E865}" dt="2024-03-14T06:58:51.057" v="4516" actId="207"/>
          <ac:spMkLst>
            <pc:docMk/>
            <pc:sldMk cId="2910558129" sldId="312"/>
            <ac:spMk id="3" creationId="{DD62D595-889E-9A7D-8158-48CDF9A27CE1}"/>
          </ac:spMkLst>
        </pc:spChg>
        <pc:picChg chg="del">
          <ac:chgData name="哲久 中村" userId="959916a84418345a" providerId="LiveId" clId="{9E399740-9EF4-45B6-AD30-61BF9425E865}" dt="2024-03-14T06:56:05.332" v="4258" actId="478"/>
          <ac:picMkLst>
            <pc:docMk/>
            <pc:sldMk cId="2910558129" sldId="312"/>
            <ac:picMk id="4" creationId="{CAAC84E0-CCBB-E4FA-B501-F409DF739A61}"/>
          </ac:picMkLst>
        </pc:picChg>
      </pc:sldChg>
      <pc:sldChg chg="modSp add mod">
        <pc:chgData name="哲久 中村" userId="959916a84418345a" providerId="LiveId" clId="{9E399740-9EF4-45B6-AD30-61BF9425E865}" dt="2024-03-14T07:03:35.929" v="4814" actId="20577"/>
        <pc:sldMkLst>
          <pc:docMk/>
          <pc:sldMk cId="2940155047" sldId="313"/>
        </pc:sldMkLst>
        <pc:spChg chg="mod">
          <ac:chgData name="哲久 中村" userId="959916a84418345a" providerId="LiveId" clId="{9E399740-9EF4-45B6-AD30-61BF9425E865}" dt="2024-03-14T07:03:35.929" v="4814" actId="20577"/>
          <ac:spMkLst>
            <pc:docMk/>
            <pc:sldMk cId="2940155047" sldId="313"/>
            <ac:spMk id="2" creationId="{52257870-AFB4-E4CE-2129-83AE0BBFA7B9}"/>
          </ac:spMkLst>
        </pc:spChg>
        <pc:spChg chg="mod">
          <ac:chgData name="哲久 中村" userId="959916a84418345a" providerId="LiveId" clId="{9E399740-9EF4-45B6-AD30-61BF9425E865}" dt="2024-03-14T07:01:25.198" v="4791" actId="113"/>
          <ac:spMkLst>
            <pc:docMk/>
            <pc:sldMk cId="2940155047" sldId="313"/>
            <ac:spMk id="3" creationId="{DD62D595-889E-9A7D-8158-48CDF9A27CE1}"/>
          </ac:spMkLst>
        </pc:spChg>
      </pc:sldChg>
    </pc:docChg>
  </pc:docChgLst>
  <pc:docChgLst>
    <pc:chgData name="哲久 中村" userId="959916a84418345a" providerId="LiveId" clId="{2509ABEE-3E9A-4FA6-931D-6802D43098F7}"/>
    <pc:docChg chg="undo custSel addSld modSld">
      <pc:chgData name="哲久 中村" userId="959916a84418345a" providerId="LiveId" clId="{2509ABEE-3E9A-4FA6-931D-6802D43098F7}" dt="2024-05-14T03:44:08.835" v="231" actId="207"/>
      <pc:docMkLst>
        <pc:docMk/>
      </pc:docMkLst>
      <pc:sldChg chg="modSp mod">
        <pc:chgData name="哲久 中村" userId="959916a84418345a" providerId="LiveId" clId="{2509ABEE-3E9A-4FA6-931D-6802D43098F7}" dt="2024-05-14T03:44:08.835" v="231" actId="207"/>
        <pc:sldMkLst>
          <pc:docMk/>
          <pc:sldMk cId="485197788" sldId="284"/>
        </pc:sldMkLst>
        <pc:spChg chg="mod">
          <ac:chgData name="哲久 中村" userId="959916a84418345a" providerId="LiveId" clId="{2509ABEE-3E9A-4FA6-931D-6802D43098F7}" dt="2024-05-14T03:44:08.835" v="231" actId="207"/>
          <ac:spMkLst>
            <pc:docMk/>
            <pc:sldMk cId="485197788" sldId="284"/>
            <ac:spMk id="3" creationId="{3FD97379-0B66-5454-9EFB-53F42E2BF10A}"/>
          </ac:spMkLst>
        </pc:spChg>
      </pc:sldChg>
      <pc:sldChg chg="modSp add mod">
        <pc:chgData name="哲久 中村" userId="959916a84418345a" providerId="LiveId" clId="{2509ABEE-3E9A-4FA6-931D-6802D43098F7}" dt="2024-05-06T13:01:13.428" v="4" actId="1076"/>
        <pc:sldMkLst>
          <pc:docMk/>
          <pc:sldMk cId="1144789264" sldId="287"/>
        </pc:sldMkLst>
        <pc:spChg chg="mod">
          <ac:chgData name="哲久 中村" userId="959916a84418345a" providerId="LiveId" clId="{2509ABEE-3E9A-4FA6-931D-6802D43098F7}" dt="2024-05-06T13:01:13.428" v="4" actId="1076"/>
          <ac:spMkLst>
            <pc:docMk/>
            <pc:sldMk cId="1144789264" sldId="287"/>
            <ac:spMk id="2" creationId="{F8800B3F-852D-FB9E-39DB-35E0E63D2380}"/>
          </ac:spMkLst>
        </pc:spChg>
        <pc:picChg chg="ord">
          <ac:chgData name="哲久 中村" userId="959916a84418345a" providerId="LiveId" clId="{2509ABEE-3E9A-4FA6-931D-6802D43098F7}" dt="2024-05-06T13:01:05.843" v="3" actId="166"/>
          <ac:picMkLst>
            <pc:docMk/>
            <pc:sldMk cId="1144789264" sldId="287"/>
            <ac:picMk id="5" creationId="{DAE0A90D-1458-6DFE-A650-AA040EFF2C23}"/>
          </ac:picMkLst>
        </pc:picChg>
      </pc:sldChg>
      <pc:sldChg chg="modSp add mod">
        <pc:chgData name="哲久 中村" userId="959916a84418345a" providerId="LiveId" clId="{2509ABEE-3E9A-4FA6-931D-6802D43098F7}" dt="2024-05-06T13:00:55.250" v="2" actId="207"/>
        <pc:sldMkLst>
          <pc:docMk/>
          <pc:sldMk cId="2537711816" sldId="288"/>
        </pc:sldMkLst>
        <pc:spChg chg="mod">
          <ac:chgData name="哲久 中村" userId="959916a84418345a" providerId="LiveId" clId="{2509ABEE-3E9A-4FA6-931D-6802D43098F7}" dt="2024-05-06T13:00:55.250" v="2" actId="207"/>
          <ac:spMkLst>
            <pc:docMk/>
            <pc:sldMk cId="2537711816" sldId="288"/>
            <ac:spMk id="3" creationId="{2250EB65-9AC7-2D6E-C1AA-82076484AE00}"/>
          </ac:spMkLst>
        </pc:spChg>
      </pc:sldChg>
      <pc:sldChg chg="modSp mod">
        <pc:chgData name="哲久 中村" userId="959916a84418345a" providerId="LiveId" clId="{2509ABEE-3E9A-4FA6-931D-6802D43098F7}" dt="2024-05-14T03:42:35.983" v="173" actId="20577"/>
        <pc:sldMkLst>
          <pc:docMk/>
          <pc:sldMk cId="2498154557" sldId="306"/>
        </pc:sldMkLst>
        <pc:spChg chg="mod">
          <ac:chgData name="哲久 中村" userId="959916a84418345a" providerId="LiveId" clId="{2509ABEE-3E9A-4FA6-931D-6802D43098F7}" dt="2024-05-14T03:42:35.983" v="173" actId="20577"/>
          <ac:spMkLst>
            <pc:docMk/>
            <pc:sldMk cId="2498154557" sldId="306"/>
            <ac:spMk id="3" creationId="{3FD97379-0B66-5454-9EFB-53F42E2BF10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74D80C-97F1-4658-95EE-2D711B1BE110}" type="doc">
      <dgm:prSet loTypeId="urn:microsoft.com/office/officeart/2005/8/layout/cycle3" loCatId="cycle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kumimoji="1" lang="ja-JP" altLang="en-US"/>
        </a:p>
      </dgm:t>
    </dgm:pt>
    <dgm:pt modelId="{A039B67C-A235-42B6-94CD-3710A9615C38}">
      <dgm:prSet phldrT="[テキスト]"/>
      <dgm:spPr/>
      <dgm:t>
        <a:bodyPr/>
        <a:lstStyle/>
        <a:p>
          <a:r>
            <a:rPr kumimoji="1" lang="ja-JP" altLang="en-US" dirty="0"/>
            <a:t>講義（座学）</a:t>
          </a:r>
        </a:p>
      </dgm:t>
    </dgm:pt>
    <dgm:pt modelId="{7CE6926B-7351-4CE0-BE86-098B7A8C42F0}" type="parTrans" cxnId="{72EFA81B-0D82-4812-B4C2-18A19FE2CC12}">
      <dgm:prSet/>
      <dgm:spPr/>
      <dgm:t>
        <a:bodyPr/>
        <a:lstStyle/>
        <a:p>
          <a:endParaRPr kumimoji="1" lang="ja-JP" altLang="en-US"/>
        </a:p>
      </dgm:t>
    </dgm:pt>
    <dgm:pt modelId="{579E8D9F-586C-4894-8403-A3A74ED3E535}" type="sibTrans" cxnId="{72EFA81B-0D82-4812-B4C2-18A19FE2CC12}">
      <dgm:prSet/>
      <dgm:spPr/>
      <dgm:t>
        <a:bodyPr/>
        <a:lstStyle/>
        <a:p>
          <a:endParaRPr kumimoji="1" lang="ja-JP" altLang="en-US"/>
        </a:p>
      </dgm:t>
    </dgm:pt>
    <dgm:pt modelId="{516C348D-C1EB-42BA-97CC-EBEDB1780352}">
      <dgm:prSet phldrT="[テキスト]"/>
      <dgm:spPr/>
      <dgm:t>
        <a:bodyPr/>
        <a:lstStyle/>
        <a:p>
          <a:r>
            <a:rPr kumimoji="1" lang="ja-JP" altLang="en-US" dirty="0"/>
            <a:t>実技訓練</a:t>
          </a:r>
        </a:p>
      </dgm:t>
    </dgm:pt>
    <dgm:pt modelId="{88F0F13B-96B7-4837-A234-32A5AB8FD40F}" type="parTrans" cxnId="{546CFCBA-F83A-4E8B-B6AD-F5EA228A2508}">
      <dgm:prSet/>
      <dgm:spPr/>
      <dgm:t>
        <a:bodyPr/>
        <a:lstStyle/>
        <a:p>
          <a:endParaRPr kumimoji="1" lang="ja-JP" altLang="en-US"/>
        </a:p>
      </dgm:t>
    </dgm:pt>
    <dgm:pt modelId="{B2C45500-A115-405A-A72F-5E5BE19DCEF4}" type="sibTrans" cxnId="{546CFCBA-F83A-4E8B-B6AD-F5EA228A2508}">
      <dgm:prSet/>
      <dgm:spPr/>
      <dgm:t>
        <a:bodyPr/>
        <a:lstStyle/>
        <a:p>
          <a:endParaRPr kumimoji="1" lang="ja-JP" altLang="en-US"/>
        </a:p>
      </dgm:t>
    </dgm:pt>
    <dgm:pt modelId="{93B5629D-7188-4BCE-8619-F06B21A46E56}">
      <dgm:prSet phldrT="[テキスト]"/>
      <dgm:spPr/>
      <dgm:t>
        <a:bodyPr/>
        <a:lstStyle/>
        <a:p>
          <a:r>
            <a:rPr kumimoji="1" lang="ja-JP" altLang="en-US" dirty="0"/>
            <a:t>現場活動</a:t>
          </a:r>
        </a:p>
      </dgm:t>
    </dgm:pt>
    <dgm:pt modelId="{CF6C3B7B-A8CF-46A2-9151-548458EB766A}" type="parTrans" cxnId="{BEA04882-8310-46B4-8CAB-1ACC51A582E5}">
      <dgm:prSet/>
      <dgm:spPr/>
      <dgm:t>
        <a:bodyPr/>
        <a:lstStyle/>
        <a:p>
          <a:endParaRPr kumimoji="1" lang="ja-JP" altLang="en-US"/>
        </a:p>
      </dgm:t>
    </dgm:pt>
    <dgm:pt modelId="{4E3558D4-442E-4605-8B9C-1BA49953DCCE}" type="sibTrans" cxnId="{BEA04882-8310-46B4-8CAB-1ACC51A582E5}">
      <dgm:prSet/>
      <dgm:spPr/>
      <dgm:t>
        <a:bodyPr/>
        <a:lstStyle/>
        <a:p>
          <a:endParaRPr kumimoji="1" lang="ja-JP" altLang="en-US"/>
        </a:p>
      </dgm:t>
    </dgm:pt>
    <dgm:pt modelId="{DFD44316-CFC0-418B-BCCD-756113BFA486}">
      <dgm:prSet phldrT="[テキスト]"/>
      <dgm:spPr/>
      <dgm:t>
        <a:bodyPr/>
        <a:lstStyle/>
        <a:p>
          <a:r>
            <a:rPr kumimoji="1" lang="ja-JP" altLang="en-US" dirty="0"/>
            <a:t>振り返り</a:t>
          </a:r>
        </a:p>
      </dgm:t>
    </dgm:pt>
    <dgm:pt modelId="{8E6A41E6-2545-4ABA-B3E0-7ED33976E22C}" type="parTrans" cxnId="{3A90F776-0705-41A5-8E9F-A70E02E03CF3}">
      <dgm:prSet/>
      <dgm:spPr/>
      <dgm:t>
        <a:bodyPr/>
        <a:lstStyle/>
        <a:p>
          <a:endParaRPr kumimoji="1" lang="ja-JP" altLang="en-US"/>
        </a:p>
      </dgm:t>
    </dgm:pt>
    <dgm:pt modelId="{111126FD-55E3-4C68-A8BA-080D3A61AC71}" type="sibTrans" cxnId="{3A90F776-0705-41A5-8E9F-A70E02E03CF3}">
      <dgm:prSet/>
      <dgm:spPr/>
      <dgm:t>
        <a:bodyPr/>
        <a:lstStyle/>
        <a:p>
          <a:endParaRPr kumimoji="1" lang="ja-JP" altLang="en-US"/>
        </a:p>
      </dgm:t>
    </dgm:pt>
    <dgm:pt modelId="{1721FC6D-AC8B-4FF2-9B21-08574B54D2E9}" type="pres">
      <dgm:prSet presAssocID="{9C74D80C-97F1-4658-95EE-2D711B1BE110}" presName="Name0" presStyleCnt="0">
        <dgm:presLayoutVars>
          <dgm:dir/>
          <dgm:resizeHandles val="exact"/>
        </dgm:presLayoutVars>
      </dgm:prSet>
      <dgm:spPr/>
    </dgm:pt>
    <dgm:pt modelId="{B2EE5CB1-1292-460B-8FC7-F37BE697E33F}" type="pres">
      <dgm:prSet presAssocID="{9C74D80C-97F1-4658-95EE-2D711B1BE110}" presName="cycle" presStyleCnt="0"/>
      <dgm:spPr/>
    </dgm:pt>
    <dgm:pt modelId="{009CDE0A-5171-450A-B0DE-531657DB69FB}" type="pres">
      <dgm:prSet presAssocID="{A039B67C-A235-42B6-94CD-3710A9615C38}" presName="nodeFirstNode" presStyleLbl="node1" presStyleIdx="0" presStyleCnt="4">
        <dgm:presLayoutVars>
          <dgm:bulletEnabled val="1"/>
        </dgm:presLayoutVars>
      </dgm:prSet>
      <dgm:spPr/>
    </dgm:pt>
    <dgm:pt modelId="{8A2302C4-BFAC-4A37-B6DB-5507F8E86FF5}" type="pres">
      <dgm:prSet presAssocID="{579E8D9F-586C-4894-8403-A3A74ED3E535}" presName="sibTransFirstNode" presStyleLbl="bgShp" presStyleIdx="0" presStyleCnt="1"/>
      <dgm:spPr/>
    </dgm:pt>
    <dgm:pt modelId="{EB8E42D2-22EE-4886-8A2E-1DD3F86BAD08}" type="pres">
      <dgm:prSet presAssocID="{516C348D-C1EB-42BA-97CC-EBEDB1780352}" presName="nodeFollowingNodes" presStyleLbl="node1" presStyleIdx="1" presStyleCnt="4">
        <dgm:presLayoutVars>
          <dgm:bulletEnabled val="1"/>
        </dgm:presLayoutVars>
      </dgm:prSet>
      <dgm:spPr/>
    </dgm:pt>
    <dgm:pt modelId="{1EF1ADC0-A52A-47B0-A737-C5DC5B9DDE03}" type="pres">
      <dgm:prSet presAssocID="{93B5629D-7188-4BCE-8619-F06B21A46E56}" presName="nodeFollowingNodes" presStyleLbl="node1" presStyleIdx="2" presStyleCnt="4">
        <dgm:presLayoutVars>
          <dgm:bulletEnabled val="1"/>
        </dgm:presLayoutVars>
      </dgm:prSet>
      <dgm:spPr/>
    </dgm:pt>
    <dgm:pt modelId="{384F1373-9DA8-48F0-814E-8AF9DCF69DB3}" type="pres">
      <dgm:prSet presAssocID="{DFD44316-CFC0-418B-BCCD-756113BFA486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42A07417-4DCF-406D-8C8C-1E39FF7D3638}" type="presOf" srcId="{DFD44316-CFC0-418B-BCCD-756113BFA486}" destId="{384F1373-9DA8-48F0-814E-8AF9DCF69DB3}" srcOrd="0" destOrd="0" presId="urn:microsoft.com/office/officeart/2005/8/layout/cycle3"/>
    <dgm:cxn modelId="{72EFA81B-0D82-4812-B4C2-18A19FE2CC12}" srcId="{9C74D80C-97F1-4658-95EE-2D711B1BE110}" destId="{A039B67C-A235-42B6-94CD-3710A9615C38}" srcOrd="0" destOrd="0" parTransId="{7CE6926B-7351-4CE0-BE86-098B7A8C42F0}" sibTransId="{579E8D9F-586C-4894-8403-A3A74ED3E535}"/>
    <dgm:cxn modelId="{5B8F3D5D-5EA4-4D9F-A1CF-5ED9F0E20895}" type="presOf" srcId="{A039B67C-A235-42B6-94CD-3710A9615C38}" destId="{009CDE0A-5171-450A-B0DE-531657DB69FB}" srcOrd="0" destOrd="0" presId="urn:microsoft.com/office/officeart/2005/8/layout/cycle3"/>
    <dgm:cxn modelId="{D9A6C15E-3F4E-464E-B251-14989A1E81B6}" type="presOf" srcId="{516C348D-C1EB-42BA-97CC-EBEDB1780352}" destId="{EB8E42D2-22EE-4886-8A2E-1DD3F86BAD08}" srcOrd="0" destOrd="0" presId="urn:microsoft.com/office/officeart/2005/8/layout/cycle3"/>
    <dgm:cxn modelId="{3A90F776-0705-41A5-8E9F-A70E02E03CF3}" srcId="{9C74D80C-97F1-4658-95EE-2D711B1BE110}" destId="{DFD44316-CFC0-418B-BCCD-756113BFA486}" srcOrd="3" destOrd="0" parTransId="{8E6A41E6-2545-4ABA-B3E0-7ED33976E22C}" sibTransId="{111126FD-55E3-4C68-A8BA-080D3A61AC71}"/>
    <dgm:cxn modelId="{BEA04882-8310-46B4-8CAB-1ACC51A582E5}" srcId="{9C74D80C-97F1-4658-95EE-2D711B1BE110}" destId="{93B5629D-7188-4BCE-8619-F06B21A46E56}" srcOrd="2" destOrd="0" parTransId="{CF6C3B7B-A8CF-46A2-9151-548458EB766A}" sibTransId="{4E3558D4-442E-4605-8B9C-1BA49953DCCE}"/>
    <dgm:cxn modelId="{D949D788-4300-48FE-8551-EEA0C437AA37}" type="presOf" srcId="{579E8D9F-586C-4894-8403-A3A74ED3E535}" destId="{8A2302C4-BFAC-4A37-B6DB-5507F8E86FF5}" srcOrd="0" destOrd="0" presId="urn:microsoft.com/office/officeart/2005/8/layout/cycle3"/>
    <dgm:cxn modelId="{FBBD9F98-4739-46E1-9D80-1027ED8BAC08}" type="presOf" srcId="{9C74D80C-97F1-4658-95EE-2D711B1BE110}" destId="{1721FC6D-AC8B-4FF2-9B21-08574B54D2E9}" srcOrd="0" destOrd="0" presId="urn:microsoft.com/office/officeart/2005/8/layout/cycle3"/>
    <dgm:cxn modelId="{BF2A14A4-2B5F-455B-AEFF-6035DC80FB92}" type="presOf" srcId="{93B5629D-7188-4BCE-8619-F06B21A46E56}" destId="{1EF1ADC0-A52A-47B0-A737-C5DC5B9DDE03}" srcOrd="0" destOrd="0" presId="urn:microsoft.com/office/officeart/2005/8/layout/cycle3"/>
    <dgm:cxn modelId="{546CFCBA-F83A-4E8B-B6AD-F5EA228A2508}" srcId="{9C74D80C-97F1-4658-95EE-2D711B1BE110}" destId="{516C348D-C1EB-42BA-97CC-EBEDB1780352}" srcOrd="1" destOrd="0" parTransId="{88F0F13B-96B7-4837-A234-32A5AB8FD40F}" sibTransId="{B2C45500-A115-405A-A72F-5E5BE19DCEF4}"/>
    <dgm:cxn modelId="{CE9B36F0-2045-4261-9B6C-A9F716E5AB79}" type="presParOf" srcId="{1721FC6D-AC8B-4FF2-9B21-08574B54D2E9}" destId="{B2EE5CB1-1292-460B-8FC7-F37BE697E33F}" srcOrd="0" destOrd="0" presId="urn:microsoft.com/office/officeart/2005/8/layout/cycle3"/>
    <dgm:cxn modelId="{F07B3B7D-E433-4D6C-85CF-8413960DDEE0}" type="presParOf" srcId="{B2EE5CB1-1292-460B-8FC7-F37BE697E33F}" destId="{009CDE0A-5171-450A-B0DE-531657DB69FB}" srcOrd="0" destOrd="0" presId="urn:microsoft.com/office/officeart/2005/8/layout/cycle3"/>
    <dgm:cxn modelId="{64483FD3-3976-4021-98C6-245AC94D806A}" type="presParOf" srcId="{B2EE5CB1-1292-460B-8FC7-F37BE697E33F}" destId="{8A2302C4-BFAC-4A37-B6DB-5507F8E86FF5}" srcOrd="1" destOrd="0" presId="urn:microsoft.com/office/officeart/2005/8/layout/cycle3"/>
    <dgm:cxn modelId="{1C2E9C27-5FCF-410B-B7F4-04A48A5B7AEB}" type="presParOf" srcId="{B2EE5CB1-1292-460B-8FC7-F37BE697E33F}" destId="{EB8E42D2-22EE-4886-8A2E-1DD3F86BAD08}" srcOrd="2" destOrd="0" presId="urn:microsoft.com/office/officeart/2005/8/layout/cycle3"/>
    <dgm:cxn modelId="{145D9DD4-EB4E-4BEB-8F34-8F8C9FCA908C}" type="presParOf" srcId="{B2EE5CB1-1292-460B-8FC7-F37BE697E33F}" destId="{1EF1ADC0-A52A-47B0-A737-C5DC5B9DDE03}" srcOrd="3" destOrd="0" presId="urn:microsoft.com/office/officeart/2005/8/layout/cycle3"/>
    <dgm:cxn modelId="{4F90FA13-3F5F-43E9-B62A-6F8A559AB85D}" type="presParOf" srcId="{B2EE5CB1-1292-460B-8FC7-F37BE697E33F}" destId="{384F1373-9DA8-48F0-814E-8AF9DCF69DB3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2302C4-BFAC-4A37-B6DB-5507F8E86FF5}">
      <dsp:nvSpPr>
        <dsp:cNvPr id="0" name=""/>
        <dsp:cNvSpPr/>
      </dsp:nvSpPr>
      <dsp:spPr>
        <a:xfrm>
          <a:off x="3190471" y="-114731"/>
          <a:ext cx="4134656" cy="4134656"/>
        </a:xfrm>
        <a:prstGeom prst="circularArrow">
          <a:avLst>
            <a:gd name="adj1" fmla="val 4668"/>
            <a:gd name="adj2" fmla="val 272909"/>
            <a:gd name="adj3" fmla="val 12817716"/>
            <a:gd name="adj4" fmla="val 18040218"/>
            <a:gd name="adj5" fmla="val 4847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09CDE0A-5171-450A-B0DE-531657DB69FB}">
      <dsp:nvSpPr>
        <dsp:cNvPr id="0" name=""/>
        <dsp:cNvSpPr/>
      </dsp:nvSpPr>
      <dsp:spPr>
        <a:xfrm>
          <a:off x="3876600" y="453"/>
          <a:ext cx="2762398" cy="138119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100" kern="1200" dirty="0"/>
            <a:t>講義（座学）</a:t>
          </a:r>
        </a:p>
      </dsp:txBody>
      <dsp:txXfrm>
        <a:off x="3944025" y="67878"/>
        <a:ext cx="2627548" cy="1246349"/>
      </dsp:txXfrm>
    </dsp:sp>
    <dsp:sp modelId="{EB8E42D2-22EE-4886-8A2E-1DD3F86BAD08}">
      <dsp:nvSpPr>
        <dsp:cNvPr id="0" name=""/>
        <dsp:cNvSpPr/>
      </dsp:nvSpPr>
      <dsp:spPr>
        <a:xfrm>
          <a:off x="5361216" y="1485069"/>
          <a:ext cx="2762398" cy="1381199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100" kern="1200" dirty="0"/>
            <a:t>実技訓練</a:t>
          </a:r>
        </a:p>
      </dsp:txBody>
      <dsp:txXfrm>
        <a:off x="5428641" y="1552494"/>
        <a:ext cx="2627548" cy="1246349"/>
      </dsp:txXfrm>
    </dsp:sp>
    <dsp:sp modelId="{1EF1ADC0-A52A-47B0-A737-C5DC5B9DDE03}">
      <dsp:nvSpPr>
        <dsp:cNvPr id="0" name=""/>
        <dsp:cNvSpPr/>
      </dsp:nvSpPr>
      <dsp:spPr>
        <a:xfrm>
          <a:off x="3876600" y="2969685"/>
          <a:ext cx="2762398" cy="1381199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100" kern="1200" dirty="0"/>
            <a:t>現場活動</a:t>
          </a:r>
        </a:p>
      </dsp:txBody>
      <dsp:txXfrm>
        <a:off x="3944025" y="3037110"/>
        <a:ext cx="2627548" cy="1246349"/>
      </dsp:txXfrm>
    </dsp:sp>
    <dsp:sp modelId="{384F1373-9DA8-48F0-814E-8AF9DCF69DB3}">
      <dsp:nvSpPr>
        <dsp:cNvPr id="0" name=""/>
        <dsp:cNvSpPr/>
      </dsp:nvSpPr>
      <dsp:spPr>
        <a:xfrm>
          <a:off x="2391984" y="1485069"/>
          <a:ext cx="2762398" cy="1381199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100" kern="1200" dirty="0"/>
            <a:t>振り返り</a:t>
          </a:r>
        </a:p>
      </dsp:txBody>
      <dsp:txXfrm>
        <a:off x="2459409" y="1552494"/>
        <a:ext cx="2627548" cy="1246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46A24C-79D3-ADF0-FA39-2559333CE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4A99FA-704D-E39F-FC8D-EF15C85A1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5BE23D-B67B-BE0E-CDCA-278861FE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8A2E0E-7E1D-C1FC-B354-C87C0178A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A7ACCA-3AA5-A315-1518-F704FA13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0999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628549-8787-6099-69D3-EBD85943615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B3EDDC-7CB0-07B8-3A01-41A26F745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965EE5-21CD-290D-C429-D389BD25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20F539-EBF3-82E7-2636-737FE61D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8A0EAB-53D1-A931-7970-130AA2B1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00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1A7864-8AAC-6A02-0960-5313C185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63CFE9-84B4-849A-8DD0-EF704AE10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D4E381-B94E-55AD-62E6-85E33DF08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3035BC-6027-6E74-46FD-53D0C0F3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82E252-74FD-957D-5E4F-77512019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7438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9EBC6D-21F4-D247-E820-ED592557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CB639A-25C9-DBC2-A170-78E2D305CB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F21FEE-6967-6192-4665-698C04CC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8FFCC8-9A60-8F0F-174E-60B37F782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2E446B-B4F3-B8B1-DE19-AFCB20F15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044BF5-D877-63C3-D7F5-35FFAF40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285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9933-AC2D-BD07-F39C-4E9097B4C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05544-F1A4-36C3-F229-358787064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97F827-0826-0337-9421-D8267DFE6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8F08DF2-D958-408F-EE5D-04C84714B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5EAA89-073E-3FF3-7A93-4832BB46E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F979756-09A4-BD74-CED2-D993C9F3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014961B-AB28-14D5-882A-9242C8E7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32BFCF-0447-E1A8-D831-46C36138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845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22440E-A832-E382-F0A1-85440B5A3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6E816A9-CA3C-1D54-3C0D-3A176B2AD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A71E956-35B1-AD28-625F-976B2DF81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83F512C-E6FF-BEB3-0C44-2725D3CE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5661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C7FD9C-887A-9E91-5E2D-790E955D4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C558D84-3936-FE57-DC7B-7C24A25D1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93ED8C-9016-EB4A-8969-36831D90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B80AE3-9E24-36C8-D144-F64841D39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F9148D-C6AB-51E9-21E8-79FEB0171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48439C-D17B-7FEE-EA4C-0F636B3CA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D3216D-B9BB-0012-730E-3B208952C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DE55F6-3771-41CC-D4D3-9107AB129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3AA921-2486-FE23-426A-80DCEB36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981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17C80D-D136-5A22-7AA1-6F98C0132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392C93C-A56A-B469-21E5-ED7648814D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41190E2-195A-9960-CC21-74B10F18E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6FDD16-8AF6-C70D-517B-624E62B17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C9C114-6DDE-28BE-F272-A26CE442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8EDF92-971A-8EBA-CF80-880B2183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97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DB7E00-3810-DF08-14DB-2A629173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770EAF-BEC7-686C-F540-E23E1DCD1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BAAA6F-D3DA-CE0B-F033-549F8019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49632B-1C62-840B-477E-0BCA5581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F23C3B-1877-1749-63F9-C112EE91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79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E03E4C7-3B0F-6AE4-4335-B8F21A87E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6D881F-B37E-BC33-FDCD-BFEA65847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A04566-BB0C-65A8-6B17-1731BB5B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DF5B16-13DE-9F28-4A62-C65DF686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C7059C-9042-36D9-98A6-9AA2F054A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78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604046-CBC5-4549-0BEE-D72EED848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294F712-D496-270C-31C9-0BA26CA29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9EA9E6-4665-20D2-CC38-1F4483DB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43F4E2-5DE1-4482-DEC1-4F0D25FB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CC2135-EE10-12B1-8A20-1A0E7658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9514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7F93F0-6313-9D06-DF50-3ADFDD9BD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577D8D-6EE3-0054-C2ED-2A6CD732B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490878-5DF9-D98A-5517-38465F68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0DD89A-B698-905D-32DA-29C31E03C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D70C9F-2F64-EA60-2750-FAA0CCFE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300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62C482-B061-5BD0-A378-D92CB49B8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209D88-71CE-F7DE-B5D2-946A28E0E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4EDFE2-21FD-5A0A-E70B-9A3D0E208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A9B3FB-43C9-F35C-AC9C-41FFC230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7B40BD-02D6-EFE5-83D3-7C181E3F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26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2B757A-12C9-185B-6A4B-3E43CCA4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A1BC0-A766-2CF8-8DF6-09B3FF80A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7E4AA6-F089-51DA-3B75-F40DB2F7B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1CBA87-AAAB-B179-B675-BA2BB0D2F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88D3F5-65B6-8FE7-A540-03C2D4F20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3C5726-FE92-AC57-E151-50F80B00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9027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854AF8-5419-CCBF-F115-C8870446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CA8CC8-4479-EF4C-DF8F-28BE65811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07A6A4-76E0-0149-5FC8-6E5BD096F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24B3DEF-7C33-FD87-ECC6-65DD6EF85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3D8F49B-AFDE-7774-4053-C85C976E2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D960181-970D-25D4-CF16-31220CDC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5102B9C-00A7-B341-E89A-1DA84A26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C7166F9-CD52-1637-439D-D8F5918E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905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020BA-1759-9C51-5AEA-8E06F97A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2DCC76C-D27C-C8A6-F776-977A8776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DB75BB3-FE99-0121-28F2-84B779E41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53FCDC-8EE8-92D0-4715-6561C09D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7887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12B3299-CCFB-C11F-3F2C-8DCD48D28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5C95106-5EAE-A8D6-1D54-589EB0AA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0D52B3-C003-BFA4-14BB-6D8B84CB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38685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41C678-A5B1-A7DC-C3D7-13D2B8DF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46045A-443D-38C3-87EF-65DE65452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8AE853-46A6-38CB-F743-4D1FFFC4B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B9B746-9F39-6ABC-B9C8-BA11734E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7918CC-06B4-71E1-ACC5-6555523B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FC09B2-C30E-7768-50AA-56138458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2864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C8DCBB-6598-FFA9-457E-D9A71265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CBEFB78-E661-92F4-E07D-42F5FBF480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AFE2999-F11C-0C69-26BF-F1BA13287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DE0D56-321D-54E2-2E2F-5E757BB8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E5AEB9-0A71-3830-D22F-A90835122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5CB02B-F478-83D0-E5AC-083EEB0C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67742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E405A6-D4F7-B031-CA2F-65D5E1D05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C43FB2E-7D60-7DE7-4956-FB9E511C3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B02A77-772B-7E00-B4C0-6C7DCE6F1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249CFA-EDD4-561B-9836-A2B62888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00E706-1775-8111-D7E8-DF57A07A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53189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12691FB-8732-EF64-7E1A-FA2F67315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193F5C-EB9A-4BFF-8AF9-99EE0CD3B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D628B-148C-B227-4F23-FE406029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5C757D-06B7-6993-2823-B14F93F2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5C4C94-1576-312D-C6E2-AFF503D9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96538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285AB7-6329-9E03-C7DE-4149D83C9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7C3FE5C-D532-A3D7-221D-A604317E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90120F7-2D07-210D-FDC8-44E5AB73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BD2D4D7-5FB3-9A97-4981-9A9E5B67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084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C4FBEF6-2D6E-0ECB-7179-F3817B2DA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33152C-4C58-37DE-AAFF-78B034A40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51DF00-3D5B-B14D-E9CB-249621C91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F83C1-7DF4-4336-8FCB-0C0C0EFB964A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B9A545-3027-5863-3D43-D544EF73F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7D1D42-6931-1BE3-6D78-E7E669484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757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56277A3-1204-05F9-380E-1631579C0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4954E2-8DDD-5D96-5FDA-AC6D1A492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E8E860-1638-FFA9-A217-69D603B93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0AE6E-1DF2-472F-BDDF-3AA331D50381}" type="datetimeFigureOut">
              <a:rPr kumimoji="1" lang="ja-JP" altLang="en-US" smtClean="0"/>
              <a:t>2024/5/14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9F675E-982F-F4DA-EB78-06C49C8DC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251F31-150B-02FD-30BD-E80A7D3C6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354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E2887968-9681-C8BB-5EC6-1FC7ACADC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1711" y="5232899"/>
            <a:ext cx="2900289" cy="702676"/>
          </a:xfrm>
        </p:spPr>
        <p:txBody>
          <a:bodyPr/>
          <a:lstStyle/>
          <a:p>
            <a:r>
              <a:rPr kumimoji="1" lang="ja-JP" altLang="en-US" dirty="0"/>
              <a:t>中村　哲久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3E47AA-94F8-D78A-E6DF-2B41F6A9C550}"/>
              </a:ext>
            </a:extLst>
          </p:cNvPr>
          <p:cNvSpPr/>
          <p:nvPr/>
        </p:nvSpPr>
        <p:spPr>
          <a:xfrm>
            <a:off x="9113520" y="0"/>
            <a:ext cx="604911" cy="685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075C01F-A54A-0D40-31BE-988806998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74275"/>
            <a:ext cx="12192000" cy="1435687"/>
          </a:xfrm>
          <a:solidFill>
            <a:srgbClr val="92D050"/>
          </a:solidFill>
        </p:spPr>
        <p:txBody>
          <a:bodyPr>
            <a:normAutofit fontScale="90000"/>
          </a:bodyPr>
          <a:lstStyle/>
          <a:p>
            <a:r>
              <a:rPr kumimoji="1" lang="ja-JP" altLang="en-US" sz="8000" b="1" spc="300" dirty="0"/>
              <a:t>救急活動の心得（内因編）</a:t>
            </a:r>
          </a:p>
        </p:txBody>
      </p:sp>
    </p:spTree>
    <p:extLst>
      <p:ext uri="{BB962C8B-B14F-4D97-AF65-F5344CB8AC3E}">
        <p14:creationId xmlns:p14="http://schemas.microsoft.com/office/powerpoint/2010/main" val="198973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800B3F-852D-FB9E-39DB-35E0E63D2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219" y="1589013"/>
            <a:ext cx="11549576" cy="4108401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注意：</a:t>
            </a:r>
            <a:br>
              <a:rPr lang="en-US" altLang="ja-JP" dirty="0"/>
            </a:br>
            <a:r>
              <a:rPr kumimoji="1" lang="ja-JP" altLang="en-US" dirty="0"/>
              <a:t>この講義だけで、現場活動ができるようになるわけではありません。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AE0A90D-1458-6DFE-A650-AA040EFF2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261" y="164124"/>
            <a:ext cx="4867421" cy="460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89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50EB65-9AC7-2D6E-C1AA-82076484AE00}"/>
              </a:ext>
            </a:extLst>
          </p:cNvPr>
          <p:cNvSpPr>
            <a:spLocks/>
          </p:cNvSpPr>
          <p:nvPr/>
        </p:nvSpPr>
        <p:spPr>
          <a:xfrm>
            <a:off x="205154" y="815291"/>
            <a:ext cx="10515600" cy="2307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j-cs"/>
              </a:rPr>
              <a:t>インプット　講義</a:t>
            </a:r>
            <a:endParaRPr kumimoji="1" lang="en-US" altLang="ja-JP" sz="48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+mj-cs"/>
            </a:endParaRP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j-cs"/>
              </a:rPr>
              <a:t>アウトプット　実技</a:t>
            </a:r>
            <a:endParaRPr kumimoji="1" lang="en-US" altLang="ja-JP" sz="48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kumimoji="1" lang="en-US" altLang="ja-JP" sz="37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AC91D9EA-64E1-EFCD-E1EE-E4E39CC5C303}"/>
              </a:ext>
            </a:extLst>
          </p:cNvPr>
          <p:cNvGraphicFramePr/>
          <p:nvPr/>
        </p:nvGraphicFramePr>
        <p:xfrm>
          <a:off x="2920219" y="191003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7711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r>
              <a:rPr lang="ja-JP" altLang="en-US" dirty="0"/>
              <a:t>　　</a:t>
            </a:r>
            <a:r>
              <a:rPr lang="en-US" altLang="ja-JP" dirty="0"/>
              <a:t>PEMEC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8AB4C4-59ED-5FC8-D53D-DFC70CAEA15C}"/>
              </a:ext>
            </a:extLst>
          </p:cNvPr>
          <p:cNvSpPr txBox="1"/>
          <p:nvPr/>
        </p:nvSpPr>
        <p:spPr>
          <a:xfrm>
            <a:off x="112542" y="1842868"/>
            <a:ext cx="120794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目的：疾病傷病者の「防ぎえた死亡と後遺症」を回避すること</a:t>
            </a:r>
            <a:endParaRPr lang="en-US" altLang="ja-JP" sz="4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4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4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内因性ロード＆ゴー</a:t>
            </a:r>
            <a:endParaRPr lang="en-US" altLang="ja-JP" sz="4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4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疾病において生命に危険が差し迫っている、もしくは潜在的に生命の危険が無視できない状態</a:t>
            </a:r>
            <a:endParaRPr kumimoji="1" lang="en-US" altLang="ja-JP" sz="4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627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2508704"/>
          </a:xfrm>
          <a:solidFill>
            <a:srgbClr val="92D050"/>
          </a:solidFill>
        </p:spPr>
        <p:txBody>
          <a:bodyPr/>
          <a:lstStyle/>
          <a:p>
            <a:r>
              <a:rPr lang="en-US" altLang="ja-JP" dirty="0"/>
              <a:t>PEMEC</a:t>
            </a:r>
            <a:r>
              <a:rPr lang="ja-JP" altLang="en-US" dirty="0"/>
              <a:t>　</a:t>
            </a:r>
            <a:br>
              <a:rPr lang="en-US" altLang="ja-JP" dirty="0"/>
            </a:br>
            <a:r>
              <a:rPr lang="ja-JP" altLang="en-US" dirty="0"/>
              <a:t>アルゴリズム</a:t>
            </a:r>
            <a:endParaRPr kumimoji="1" lang="ja-JP" altLang="en-US" dirty="0"/>
          </a:p>
        </p:txBody>
      </p:sp>
      <p:pic>
        <p:nvPicPr>
          <p:cNvPr id="3" name="Picture 2" descr="画像">
            <a:extLst>
              <a:ext uri="{FF2B5EF4-FFF2-40B4-BE49-F238E27FC236}">
                <a16:creationId xmlns:a16="http://schemas.microsoft.com/office/drawing/2014/main" id="{51D3CB30-CAD4-C687-4106-8ECC29A797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286" y="37011"/>
            <a:ext cx="8345715" cy="6820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F450FA6-276F-C74E-F562-7828AA65F793}"/>
              </a:ext>
            </a:extLst>
          </p:cNvPr>
          <p:cNvSpPr/>
          <p:nvPr/>
        </p:nvSpPr>
        <p:spPr>
          <a:xfrm>
            <a:off x="5909580" y="1121793"/>
            <a:ext cx="3698654" cy="7195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1F18F42-1F99-23B7-9CB8-3B08A1156A72}"/>
              </a:ext>
            </a:extLst>
          </p:cNvPr>
          <p:cNvSpPr/>
          <p:nvPr/>
        </p:nvSpPr>
        <p:spPr>
          <a:xfrm>
            <a:off x="5597746" y="3243669"/>
            <a:ext cx="4348112" cy="12720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524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STEP</a:t>
            </a:r>
            <a:r>
              <a:rPr kumimoji="1" lang="ja-JP" altLang="en-US" dirty="0"/>
              <a:t>１　状況評価（指令から現場到着まで）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sz="3600" dirty="0"/>
              <a:t>通報内容からハイリスク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症候がないか考える</a:t>
            </a:r>
            <a:endParaRPr lang="en-US" altLang="ja-JP" sz="3600" dirty="0"/>
          </a:p>
          <a:p>
            <a:pPr marL="0" indent="0">
              <a:buNone/>
            </a:pP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例：突然発症、</a:t>
            </a:r>
            <a:r>
              <a:rPr lang="en-US" altLang="ja-JP" sz="3600" dirty="0"/>
              <a:t>20</a:t>
            </a:r>
            <a:r>
              <a:rPr lang="ja-JP" altLang="en-US" sz="3600" dirty="0"/>
              <a:t>分以上持続する胸痛、顔面蒼白、冷汗、激しい背部痛など</a:t>
            </a:r>
            <a:r>
              <a:rPr lang="en-US" altLang="ja-JP" sz="3600" baseline="30000" dirty="0"/>
              <a:t>1)</a:t>
            </a:r>
          </a:p>
          <a:p>
            <a:pPr marL="0" indent="0">
              <a:buNone/>
            </a:pPr>
            <a:endParaRPr kumimoji="1" lang="en-US" altLang="ja-JP" sz="3600" baseline="30000" dirty="0"/>
          </a:p>
          <a:p>
            <a:pPr marL="0" indent="0">
              <a:buNone/>
            </a:pPr>
            <a:r>
              <a:rPr lang="en-US" altLang="ja-JP" sz="3600" baseline="30000" dirty="0"/>
              <a:t>1)</a:t>
            </a:r>
            <a:r>
              <a:rPr lang="ja-JP" altLang="en-US" sz="3600" baseline="30000" dirty="0"/>
              <a:t>へるす出版　</a:t>
            </a:r>
            <a:r>
              <a:rPr lang="en-US" altLang="ja-JP" sz="3600" baseline="30000" dirty="0"/>
              <a:t>PEMEC</a:t>
            </a:r>
            <a:r>
              <a:rPr lang="ja-JP" altLang="en-US" sz="3600" baseline="30000" dirty="0"/>
              <a:t>ガイドブック</a:t>
            </a:r>
            <a:r>
              <a:rPr lang="en-US" altLang="ja-JP" sz="3600" baseline="30000" dirty="0"/>
              <a:t>2023 P9</a:t>
            </a:r>
            <a:endParaRPr kumimoji="1" lang="en-US" altLang="ja-JP" sz="3600" baseline="30000" dirty="0"/>
          </a:p>
        </p:txBody>
      </p:sp>
      <p:pic>
        <p:nvPicPr>
          <p:cNvPr id="6" name="Picture 2" descr="画像">
            <a:extLst>
              <a:ext uri="{FF2B5EF4-FFF2-40B4-BE49-F238E27FC236}">
                <a16:creationId xmlns:a16="http://schemas.microsoft.com/office/drawing/2014/main" id="{D9866A25-1A24-D78A-4467-67F93B4854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88"/>
          <a:stretch/>
        </p:blipFill>
        <p:spPr bwMode="auto">
          <a:xfrm>
            <a:off x="5181103" y="1787886"/>
            <a:ext cx="7010897" cy="223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5AABD3-F4CC-744C-0609-19347B9242E6}"/>
              </a:ext>
            </a:extLst>
          </p:cNvPr>
          <p:cNvSpPr txBox="1"/>
          <p:nvPr/>
        </p:nvSpPr>
        <p:spPr>
          <a:xfrm>
            <a:off x="0" y="4058529"/>
            <a:ext cx="12191998" cy="230832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ハイリスク症候</a:t>
            </a:r>
            <a:endParaRPr lang="en-US" altLang="ja-JP" sz="7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内因性ロード＆ゴーを考慮</a:t>
            </a:r>
            <a:endParaRPr lang="en-US" altLang="ja-JP" sz="7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9B3F5C-A99C-524E-FE58-46937C21B35E}"/>
              </a:ext>
            </a:extLst>
          </p:cNvPr>
          <p:cNvSpPr/>
          <p:nvPr/>
        </p:nvSpPr>
        <p:spPr>
          <a:xfrm>
            <a:off x="6992793" y="1811109"/>
            <a:ext cx="3087974" cy="960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043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STEP</a:t>
            </a:r>
            <a:r>
              <a:rPr kumimoji="1" lang="ja-JP" altLang="en-US" dirty="0"/>
              <a:t>１　状況評価（指令から</a:t>
            </a:r>
            <a:r>
              <a:rPr lang="ja-JP" altLang="en-US" dirty="0"/>
              <a:t>現場到着</a:t>
            </a:r>
            <a:r>
              <a:rPr kumimoji="1" lang="ja-JP" altLang="en-US" dirty="0"/>
              <a:t>まで）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/>
              <a:t>通報内容から病態を</a:t>
            </a:r>
            <a:r>
              <a:rPr lang="en-US" altLang="ja-JP" sz="3600" dirty="0"/>
              <a:t>3</a:t>
            </a:r>
            <a:r>
              <a:rPr lang="ja-JP" altLang="en-US" sz="3600" dirty="0"/>
              <a:t>つ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くらい上げる。</a:t>
            </a:r>
            <a:endParaRPr lang="en-US" altLang="ja-JP" sz="3600" dirty="0"/>
          </a:p>
          <a:p>
            <a:pPr marL="0" indent="0">
              <a:buNone/>
            </a:pPr>
            <a:r>
              <a:rPr kumimoji="1" lang="ja-JP" altLang="en-US" sz="3600" dirty="0"/>
              <a:t>例：通報内容　</a:t>
            </a:r>
            <a:endParaRPr kumimoji="1" lang="en-US" altLang="ja-JP" sz="3600" dirty="0"/>
          </a:p>
          <a:p>
            <a:pPr marL="0" indent="0">
              <a:buNone/>
            </a:pPr>
            <a:r>
              <a:rPr kumimoji="1" lang="ja-JP" altLang="en-US" sz="3600" dirty="0"/>
              <a:t>胸痛⇒</a:t>
            </a:r>
            <a:r>
              <a:rPr lang="ja-JP" altLang="en-US" sz="3600" dirty="0"/>
              <a:t>心筋梗塞、緊張性気胸、大動脈解離</a:t>
            </a:r>
            <a:endParaRPr kumimoji="1" lang="en-US" altLang="ja-JP" sz="3600" dirty="0"/>
          </a:p>
          <a:p>
            <a:pPr marL="0" indent="0">
              <a:buNone/>
            </a:pPr>
            <a:r>
              <a:rPr kumimoji="1" lang="ja-JP" altLang="en-US" sz="3600" dirty="0"/>
              <a:t>本当だったら困る疾患、よくある疾患、まれだけどあったら困る疾患→</a:t>
            </a:r>
            <a:r>
              <a:rPr kumimoji="1" lang="ja-JP" altLang="en-US" sz="3600" dirty="0">
                <a:solidFill>
                  <a:srgbClr val="FFC000"/>
                </a:solidFill>
              </a:rPr>
              <a:t>緊急度の高い疾患</a:t>
            </a:r>
            <a:endParaRPr kumimoji="1" lang="en-US" altLang="ja-JP" sz="3600" dirty="0">
              <a:solidFill>
                <a:srgbClr val="FFC000"/>
              </a:solidFill>
            </a:endParaRPr>
          </a:p>
        </p:txBody>
      </p:sp>
      <p:pic>
        <p:nvPicPr>
          <p:cNvPr id="6" name="Picture 2" descr="画像">
            <a:extLst>
              <a:ext uri="{FF2B5EF4-FFF2-40B4-BE49-F238E27FC236}">
                <a16:creationId xmlns:a16="http://schemas.microsoft.com/office/drawing/2014/main" id="{D9866A25-1A24-D78A-4467-67F93B4854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88"/>
          <a:stretch/>
        </p:blipFill>
        <p:spPr bwMode="auto">
          <a:xfrm>
            <a:off x="5087736" y="1773820"/>
            <a:ext cx="6966585" cy="254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9B3F5C-A99C-524E-FE58-46937C21B35E}"/>
              </a:ext>
            </a:extLst>
          </p:cNvPr>
          <p:cNvSpPr/>
          <p:nvPr/>
        </p:nvSpPr>
        <p:spPr>
          <a:xfrm>
            <a:off x="6859038" y="1811555"/>
            <a:ext cx="3087974" cy="10582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154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STEP</a:t>
            </a:r>
            <a:r>
              <a:rPr kumimoji="1" lang="ja-JP" altLang="en-US" dirty="0"/>
              <a:t>１　状況評価（指令から現場到着まで）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1999" cy="5032375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考えられる疾患を考えたら・・・</a:t>
            </a:r>
            <a:endParaRPr lang="en-US" altLang="ja-JP" sz="3600" dirty="0"/>
          </a:p>
          <a:p>
            <a:r>
              <a:rPr lang="ja-JP" altLang="en-US" sz="3600" dirty="0">
                <a:solidFill>
                  <a:srgbClr val="FFC000"/>
                </a:solidFill>
              </a:rPr>
              <a:t>どのような所見や問診が必要？</a:t>
            </a:r>
            <a:endParaRPr lang="en-US" altLang="ja-JP" sz="3600" dirty="0">
              <a:solidFill>
                <a:srgbClr val="FFC000"/>
              </a:solidFill>
            </a:endParaRPr>
          </a:p>
          <a:p>
            <a:r>
              <a:rPr lang="ja-JP" altLang="en-US" sz="3600" dirty="0"/>
              <a:t>感染防護衣の確認（</a:t>
            </a:r>
            <a:r>
              <a:rPr lang="en-US" altLang="ja-JP" sz="3600" dirty="0"/>
              <a:t>PPE</a:t>
            </a:r>
            <a:r>
              <a:rPr lang="ja-JP" altLang="en-US" sz="3600" dirty="0"/>
              <a:t>の再確認）</a:t>
            </a:r>
            <a:endParaRPr lang="en-US" altLang="ja-JP" sz="3600" dirty="0"/>
          </a:p>
          <a:p>
            <a:r>
              <a:rPr lang="ja-JP" altLang="en-US" sz="3600" dirty="0"/>
              <a:t>増隊は？（</a:t>
            </a:r>
            <a:r>
              <a:rPr lang="en-US" altLang="ja-JP" sz="3600" dirty="0"/>
              <a:t>PA</a:t>
            </a:r>
            <a:r>
              <a:rPr lang="ja-JP" altLang="en-US" sz="3600" dirty="0"/>
              <a:t>？</a:t>
            </a:r>
            <a:r>
              <a:rPr lang="en-US" altLang="ja-JP" sz="3600" dirty="0"/>
              <a:t>Dr</a:t>
            </a:r>
            <a:r>
              <a:rPr lang="ja-JP" altLang="en-US" sz="3600" dirty="0"/>
              <a:t>カー</a:t>
            </a:r>
            <a:r>
              <a:rPr lang="en-US" altLang="ja-JP" sz="3600" dirty="0"/>
              <a:t>or</a:t>
            </a:r>
            <a:r>
              <a:rPr lang="ja-JP" altLang="en-US" sz="3600" dirty="0"/>
              <a:t>ヘリ）</a:t>
            </a:r>
            <a:endParaRPr lang="en-US" altLang="ja-JP" sz="3600" dirty="0"/>
          </a:p>
          <a:p>
            <a:r>
              <a:rPr lang="ja-JP" altLang="en-US" sz="3600" dirty="0"/>
              <a:t>現場にもっていく資機材は？</a:t>
            </a:r>
            <a:endParaRPr lang="en-US" altLang="ja-JP" sz="3600" dirty="0"/>
          </a:p>
          <a:p>
            <a:r>
              <a:rPr lang="ja-JP" altLang="en-US" sz="3600" dirty="0"/>
              <a:t>医療機関はどこに搬送する可能性があるのか？</a:t>
            </a:r>
            <a:endParaRPr lang="en-US" altLang="ja-JP" sz="3600" dirty="0"/>
          </a:p>
        </p:txBody>
      </p:sp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F58065B0-48FF-82E9-A58E-B2127386DA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88"/>
          <a:stretch/>
        </p:blipFill>
        <p:spPr bwMode="auto">
          <a:xfrm>
            <a:off x="6760565" y="1787887"/>
            <a:ext cx="5251553" cy="176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4D8910A-6045-5577-569A-CF6F589C9216}"/>
              </a:ext>
            </a:extLst>
          </p:cNvPr>
          <p:cNvSpPr/>
          <p:nvPr/>
        </p:nvSpPr>
        <p:spPr>
          <a:xfrm>
            <a:off x="8109679" y="1787886"/>
            <a:ext cx="2293496" cy="7454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5197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r>
              <a:rPr kumimoji="1" lang="en-US" altLang="ja-JP" dirty="0"/>
              <a:t>STEP</a:t>
            </a:r>
            <a:r>
              <a:rPr kumimoji="1" lang="ja-JP" altLang="en-US" dirty="0"/>
              <a:t>１ 状況評価</a:t>
            </a:r>
            <a:r>
              <a:rPr kumimoji="1" lang="en-US" altLang="ja-JP" sz="3600" dirty="0"/>
              <a:t>(</a:t>
            </a:r>
            <a:r>
              <a:rPr kumimoji="1" lang="ja-JP" altLang="en-US" sz="3600" dirty="0"/>
              <a:t>現場到着から傷病者接触</a:t>
            </a:r>
            <a:r>
              <a:rPr lang="ja-JP" altLang="en-US" sz="3600" dirty="0"/>
              <a:t>ま</a:t>
            </a:r>
            <a:r>
              <a:rPr kumimoji="1" lang="ja-JP" altLang="en-US" sz="3600" dirty="0"/>
              <a:t>で</a:t>
            </a:r>
            <a:r>
              <a:rPr kumimoji="1" lang="en-US" altLang="ja-JP" sz="3600" dirty="0"/>
              <a:t>)</a:t>
            </a:r>
            <a:r>
              <a:rPr kumimoji="1" lang="ja-JP" altLang="en-US" sz="3600" dirty="0"/>
              <a:t>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solidFill>
                  <a:srgbClr val="FFFF00"/>
                </a:solidFill>
              </a:rPr>
              <a:t>何はともあれ現場の安全確認　３</a:t>
            </a:r>
            <a:r>
              <a:rPr lang="en-US" altLang="ja-JP" sz="3600" dirty="0">
                <a:solidFill>
                  <a:srgbClr val="FFFF00"/>
                </a:solidFill>
              </a:rPr>
              <a:t>S</a:t>
            </a:r>
          </a:p>
          <a:p>
            <a:pPr marL="0" indent="0">
              <a:buNone/>
            </a:pPr>
            <a:r>
              <a:rPr lang="ja-JP" altLang="en-US" sz="3600" dirty="0"/>
              <a:t>　異臭は？（</a:t>
            </a:r>
            <a:r>
              <a:rPr lang="en-US" altLang="ja-JP" sz="3600" dirty="0"/>
              <a:t>CO</a:t>
            </a:r>
            <a:r>
              <a:rPr lang="ja-JP" altLang="en-US" sz="3600" dirty="0"/>
              <a:t>中毒</a:t>
            </a:r>
            <a:r>
              <a:rPr lang="en-US" altLang="ja-JP" sz="3600" dirty="0" err="1"/>
              <a:t>etc</a:t>
            </a:r>
            <a:r>
              <a:rPr lang="ja-JP" altLang="en-US" sz="3600" dirty="0"/>
              <a:t>）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部屋は散らかってる？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（生活環境の確認、薬剤の大量服用の確認）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犬とかいない？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凶器はない？</a:t>
            </a:r>
            <a:endParaRPr lang="en-US" altLang="ja-JP" sz="3600" dirty="0"/>
          </a:p>
        </p:txBody>
      </p:sp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66787FEC-423A-B307-B37B-B1E710F06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88"/>
          <a:stretch/>
        </p:blipFill>
        <p:spPr bwMode="auto">
          <a:xfrm>
            <a:off x="6775556" y="2548978"/>
            <a:ext cx="5251553" cy="176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EF8F2E-6F68-1B49-0668-5C6C918C0CD8}"/>
              </a:ext>
            </a:extLst>
          </p:cNvPr>
          <p:cNvSpPr/>
          <p:nvPr/>
        </p:nvSpPr>
        <p:spPr>
          <a:xfrm>
            <a:off x="8079699" y="2592451"/>
            <a:ext cx="2293496" cy="7454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4273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F53964A7-1188-FF49-996E-94560AB2A9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88"/>
          <a:stretch/>
        </p:blipFill>
        <p:spPr bwMode="auto">
          <a:xfrm>
            <a:off x="6940447" y="2758840"/>
            <a:ext cx="5251553" cy="176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STEP</a:t>
            </a:r>
            <a:r>
              <a:rPr kumimoji="1" lang="ja-JP" altLang="en-US" dirty="0"/>
              <a:t>１ 状況評価</a:t>
            </a:r>
            <a:r>
              <a:rPr kumimoji="1" lang="en-US" altLang="ja-JP" sz="3600" dirty="0"/>
              <a:t>(</a:t>
            </a:r>
            <a:r>
              <a:rPr kumimoji="1" lang="ja-JP" altLang="en-US" sz="3600" dirty="0"/>
              <a:t>現場到着から傷病者接触</a:t>
            </a:r>
            <a:r>
              <a:rPr lang="ja-JP" altLang="en-US" sz="3600" dirty="0"/>
              <a:t>ま</a:t>
            </a:r>
            <a:r>
              <a:rPr kumimoji="1" lang="ja-JP" altLang="en-US" sz="3600" dirty="0"/>
              <a:t>で</a:t>
            </a:r>
            <a:r>
              <a:rPr kumimoji="1" lang="en-US" altLang="ja-JP" sz="3600" dirty="0"/>
              <a:t>)</a:t>
            </a:r>
            <a:r>
              <a:rPr kumimoji="1" lang="ja-JP" altLang="en-US" sz="3600" dirty="0"/>
              <a:t>　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傷病者は１人？多数症のスイッチはいらない？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⇒多数症なら多数傷プロトコル</a:t>
            </a:r>
            <a:r>
              <a:rPr lang="en-US" altLang="ja-JP" sz="3600" dirty="0">
                <a:solidFill>
                  <a:srgbClr val="FFFF00"/>
                </a:solidFill>
              </a:rPr>
              <a:t>(MCLS)</a:t>
            </a:r>
          </a:p>
          <a:p>
            <a:r>
              <a:rPr lang="ja-JP" altLang="en-US" sz="3600" dirty="0"/>
              <a:t>外傷はない？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⇒交通外傷、労災、一般負傷</a:t>
            </a:r>
            <a:r>
              <a:rPr lang="ja-JP" altLang="en-US" sz="3600" dirty="0">
                <a:solidFill>
                  <a:srgbClr val="FFFF00"/>
                </a:solidFill>
              </a:rPr>
              <a:t>（</a:t>
            </a:r>
            <a:r>
              <a:rPr lang="en-US" altLang="ja-JP" sz="3600" dirty="0">
                <a:solidFill>
                  <a:srgbClr val="FFFF00"/>
                </a:solidFill>
              </a:rPr>
              <a:t>JPTEC</a:t>
            </a:r>
            <a:r>
              <a:rPr lang="ja-JP" altLang="en-US" sz="3600" dirty="0">
                <a:solidFill>
                  <a:srgbClr val="FFFF00"/>
                </a:solidFill>
              </a:rPr>
              <a:t>）</a:t>
            </a:r>
            <a:endParaRPr lang="en-US" altLang="ja-JP" sz="3600" dirty="0">
              <a:solidFill>
                <a:srgbClr val="FFFF00"/>
              </a:solidFill>
            </a:endParaRPr>
          </a:p>
          <a:p>
            <a:r>
              <a:rPr lang="ja-JP" altLang="en-US" sz="3600" dirty="0"/>
              <a:t>多数症でも外傷でもなさそうだ。</a:t>
            </a:r>
            <a:endParaRPr lang="en-US" altLang="ja-JP" sz="3600" dirty="0"/>
          </a:p>
          <a:p>
            <a:r>
              <a:rPr lang="ja-JP" altLang="en-US" sz="3600" dirty="0"/>
              <a:t>傷病者に近づこう！！</a:t>
            </a:r>
            <a:endParaRPr lang="en-US" altLang="ja-JP" sz="36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539F1B9-2528-A6B2-98DC-896BD17B0629}"/>
              </a:ext>
            </a:extLst>
          </p:cNvPr>
          <p:cNvSpPr/>
          <p:nvPr/>
        </p:nvSpPr>
        <p:spPr>
          <a:xfrm>
            <a:off x="8259581" y="2758840"/>
            <a:ext cx="2293496" cy="7454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829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en-US" altLang="ja-JP" dirty="0"/>
              <a:t>STEP</a:t>
            </a:r>
            <a:r>
              <a:rPr lang="ja-JP" altLang="en-US" dirty="0"/>
              <a:t>２</a:t>
            </a:r>
            <a:r>
              <a:rPr kumimoji="1" lang="ja-JP" altLang="en-US" dirty="0"/>
              <a:t>　</a:t>
            </a:r>
            <a:r>
              <a:rPr lang="ja-JP" altLang="en-US" dirty="0"/>
              <a:t>初期評価　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3600" dirty="0"/>
              <a:t>ABCD</a:t>
            </a:r>
          </a:p>
          <a:p>
            <a:r>
              <a:rPr lang="en-US" altLang="ja-JP" sz="3600" dirty="0"/>
              <a:t>A</a:t>
            </a:r>
            <a:r>
              <a:rPr lang="ja-JP" altLang="en-US" sz="3600" dirty="0"/>
              <a:t>・・気道の確認及び処置</a:t>
            </a:r>
            <a:r>
              <a:rPr lang="en-US" altLang="ja-JP" sz="3600" dirty="0"/>
              <a:t>(</a:t>
            </a:r>
            <a:r>
              <a:rPr lang="ja-JP" altLang="en-US" sz="3600" dirty="0"/>
              <a:t>気道確保、吸引、エアウェイ</a:t>
            </a:r>
            <a:r>
              <a:rPr lang="en-US" altLang="ja-JP" sz="3600" dirty="0"/>
              <a:t>)</a:t>
            </a:r>
          </a:p>
          <a:p>
            <a:r>
              <a:rPr lang="en-US" altLang="ja-JP" sz="3600" dirty="0"/>
              <a:t>B</a:t>
            </a:r>
            <a:r>
              <a:rPr lang="ja-JP" altLang="en-US" sz="3600" dirty="0"/>
              <a:t>・・呼吸数の確認及び処置</a:t>
            </a:r>
            <a:r>
              <a:rPr lang="en-US" altLang="ja-JP" sz="3600" dirty="0"/>
              <a:t>(</a:t>
            </a:r>
            <a:r>
              <a:rPr lang="ja-JP" altLang="en-US" sz="3600" dirty="0"/>
              <a:t>酸素、バックバルブマスク</a:t>
            </a:r>
            <a:r>
              <a:rPr lang="en-US" altLang="ja-JP" sz="3600" dirty="0"/>
              <a:t>)</a:t>
            </a:r>
          </a:p>
          <a:p>
            <a:r>
              <a:rPr lang="en-US" altLang="ja-JP" sz="3600" dirty="0"/>
              <a:t>C</a:t>
            </a:r>
            <a:r>
              <a:rPr lang="ja-JP" altLang="en-US" sz="3600" dirty="0"/>
              <a:t>・・循環の確認及び処置（止血）</a:t>
            </a:r>
            <a:endParaRPr lang="en-US" altLang="ja-JP" sz="3600" dirty="0"/>
          </a:p>
          <a:p>
            <a:r>
              <a:rPr lang="en-US" altLang="ja-JP" sz="3600" dirty="0"/>
              <a:t>D</a:t>
            </a:r>
            <a:r>
              <a:rPr lang="ja-JP" altLang="en-US" sz="3600" dirty="0"/>
              <a:t>・・意識障害の有無</a:t>
            </a:r>
            <a:endParaRPr lang="en-US" altLang="ja-JP" sz="3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4ED4760-54B0-1F37-9D89-4356FD91AD01}"/>
              </a:ext>
            </a:extLst>
          </p:cNvPr>
          <p:cNvSpPr txBox="1"/>
          <p:nvPr/>
        </p:nvSpPr>
        <p:spPr>
          <a:xfrm>
            <a:off x="0" y="5657671"/>
            <a:ext cx="12191998" cy="120032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内因性ロード＆ゴー</a:t>
            </a:r>
            <a:endParaRPr lang="en-US" altLang="ja-JP" sz="7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627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ja-JP" altLang="en-US" dirty="0"/>
              <a:t>初期評価における内因性ロード＆ゴーの基準</a:t>
            </a:r>
            <a:r>
              <a:rPr lang="en-US" altLang="ja-JP" baseline="30000" dirty="0"/>
              <a:t>2)</a:t>
            </a:r>
            <a:r>
              <a:rPr lang="ja-JP" altLang="en-US" dirty="0"/>
              <a:t>　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3600" dirty="0"/>
              <a:t>A </a:t>
            </a:r>
            <a:r>
              <a:rPr lang="ja-JP" altLang="en-US" sz="3600" dirty="0"/>
              <a:t>気道の異常：気道閉塞、気道狭窄で気道確保が困難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sz="3600" dirty="0"/>
              <a:t>B </a:t>
            </a:r>
            <a:r>
              <a:rPr lang="ja-JP" altLang="en-US" sz="3600" dirty="0"/>
              <a:t>呼吸の異常：明らかな頻呼吸、徐呼吸、呼吸様式の異常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sz="3600" dirty="0"/>
              <a:t>C </a:t>
            </a:r>
            <a:r>
              <a:rPr lang="ja-JP" altLang="en-US" sz="3600" dirty="0"/>
              <a:t>循環の異常：蒼白、末梢冷感、湿潤、頻脈、橈骨動脈触　　　　知不能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sz="3600" dirty="0"/>
              <a:t>D </a:t>
            </a:r>
            <a:r>
              <a:rPr lang="ja-JP" altLang="en-US" sz="3600" dirty="0"/>
              <a:t>中枢神経系の異常：意識レベル</a:t>
            </a:r>
            <a:r>
              <a:rPr lang="en-US" altLang="ja-JP" sz="3600" dirty="0" err="1"/>
              <a:t>JCSⅢ</a:t>
            </a:r>
            <a:r>
              <a:rPr lang="ja-JP" altLang="en-US" sz="3600" dirty="0"/>
              <a:t>桁もしくは</a:t>
            </a:r>
            <a:r>
              <a:rPr lang="en-US" altLang="ja-JP" sz="3600" dirty="0"/>
              <a:t>GCS8</a:t>
            </a:r>
            <a:r>
              <a:rPr lang="ja-JP" altLang="en-US" sz="3600" dirty="0"/>
              <a:t>点以下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sz="2000" baseline="30000" dirty="0"/>
              <a:t>2)</a:t>
            </a:r>
            <a:r>
              <a:rPr lang="ja-JP" altLang="en-US" sz="2000" baseline="30000" dirty="0"/>
              <a:t>へるす出版　</a:t>
            </a:r>
            <a:r>
              <a:rPr lang="en-US" altLang="ja-JP" sz="2000" baseline="30000" dirty="0"/>
              <a:t>PEMEC</a:t>
            </a:r>
            <a:r>
              <a:rPr lang="ja-JP" altLang="en-US" sz="2000" baseline="30000" dirty="0"/>
              <a:t>ガイドブック</a:t>
            </a:r>
            <a:r>
              <a:rPr lang="en-US" altLang="ja-JP" sz="2000" baseline="30000" dirty="0"/>
              <a:t>2023 P7</a:t>
            </a:r>
            <a:endParaRPr kumimoji="1" lang="en-US" altLang="ja-JP" sz="2000" baseline="30000" dirty="0"/>
          </a:p>
          <a:p>
            <a:pPr marL="0" indent="0">
              <a:buNone/>
            </a:pPr>
            <a:endParaRPr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1495663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ja-JP" altLang="en-US" dirty="0"/>
              <a:t>初期評価における内因性ロード＆ゴーの基準</a:t>
            </a:r>
            <a:r>
              <a:rPr lang="en-US" altLang="ja-JP" baseline="30000" dirty="0"/>
              <a:t>2) </a:t>
            </a:r>
            <a:r>
              <a:rPr lang="ja-JP" altLang="en-US" dirty="0"/>
              <a:t>　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3600" dirty="0"/>
              <a:t>D</a:t>
            </a:r>
            <a:r>
              <a:rPr lang="ja-JP" altLang="en-US" sz="3600" dirty="0"/>
              <a:t>中枢神経系の異常：意識レベル</a:t>
            </a:r>
            <a:r>
              <a:rPr lang="en-US" altLang="ja-JP" sz="3600" dirty="0" err="1"/>
              <a:t>JCSⅢ</a:t>
            </a:r>
            <a:r>
              <a:rPr lang="ja-JP" altLang="en-US" sz="3600" dirty="0"/>
              <a:t>桁もしくは</a:t>
            </a:r>
            <a:r>
              <a:rPr lang="en-US" altLang="ja-JP" sz="3600" dirty="0"/>
              <a:t>GCS8</a:t>
            </a:r>
            <a:r>
              <a:rPr lang="ja-JP" altLang="en-US" sz="3600" dirty="0"/>
              <a:t>点以下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b="1" dirty="0">
                <a:solidFill>
                  <a:srgbClr val="FFFF00"/>
                </a:solidFill>
              </a:rPr>
              <a:t>進行する意識障害</a:t>
            </a:r>
            <a:r>
              <a:rPr lang="ja-JP" altLang="en-US" sz="3600" dirty="0"/>
              <a:t>：活動中に</a:t>
            </a:r>
            <a:r>
              <a:rPr lang="en-US" altLang="ja-JP" sz="3600" dirty="0"/>
              <a:t>GCS2</a:t>
            </a:r>
            <a:r>
              <a:rPr lang="ja-JP" altLang="en-US" sz="3600" dirty="0"/>
              <a:t>点以上低下、あるいは</a:t>
            </a:r>
            <a:r>
              <a:rPr lang="en-US" altLang="ja-JP" sz="3600" dirty="0"/>
              <a:t>JCS30</a:t>
            </a:r>
            <a:r>
              <a:rPr lang="ja-JP" altLang="en-US" sz="3600" dirty="0"/>
              <a:t>で</a:t>
            </a:r>
            <a:r>
              <a:rPr lang="en-US" altLang="ja-JP" sz="3600" dirty="0"/>
              <a:t>1</a:t>
            </a:r>
            <a:r>
              <a:rPr lang="ja-JP" altLang="en-US" sz="3600" dirty="0"/>
              <a:t>段階以上悪化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b="1" dirty="0">
                <a:solidFill>
                  <a:srgbClr val="FFFF00"/>
                </a:solidFill>
              </a:rPr>
              <a:t>脳ヘルニア兆候</a:t>
            </a:r>
            <a:r>
              <a:rPr lang="ja-JP" altLang="en-US" sz="3600" dirty="0"/>
              <a:t>（</a:t>
            </a:r>
            <a:r>
              <a:rPr lang="en-US" altLang="ja-JP" sz="3600" dirty="0"/>
              <a:t>GCS14</a:t>
            </a:r>
            <a:r>
              <a:rPr lang="ja-JP" altLang="en-US" sz="3600" dirty="0"/>
              <a:t>点以下＋瞳孔不同、片麻痺、クッシング現象）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sz="2000" baseline="30000" dirty="0"/>
              <a:t>2)</a:t>
            </a:r>
            <a:r>
              <a:rPr lang="ja-JP" altLang="en-US" sz="2000" baseline="30000" dirty="0"/>
              <a:t>へるす出版　</a:t>
            </a:r>
            <a:r>
              <a:rPr lang="en-US" altLang="ja-JP" sz="2000" baseline="30000" dirty="0"/>
              <a:t>PEMEC</a:t>
            </a:r>
            <a:r>
              <a:rPr lang="ja-JP" altLang="en-US" sz="2000" baseline="30000" dirty="0"/>
              <a:t>ガイドブック</a:t>
            </a:r>
            <a:r>
              <a:rPr lang="en-US" altLang="ja-JP" sz="2000" baseline="30000" dirty="0"/>
              <a:t>2023 P7</a:t>
            </a:r>
            <a:endParaRPr kumimoji="1" lang="en-US" altLang="ja-JP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1420994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ja-JP" altLang="en-US" dirty="0"/>
              <a:t>初期評価における必要な処置</a:t>
            </a:r>
            <a:r>
              <a:rPr lang="en-US" altLang="ja-JP" baseline="30000" dirty="0"/>
              <a:t>2) </a:t>
            </a:r>
            <a:r>
              <a:rPr lang="ja-JP" altLang="en-US" dirty="0"/>
              <a:t>　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25624"/>
            <a:ext cx="409369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/>
              <a:t>必要な処置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sz="3600" dirty="0"/>
              <a:t>1.</a:t>
            </a:r>
            <a:r>
              <a:rPr lang="ja-JP" altLang="en-US" sz="3600" dirty="0"/>
              <a:t>気道確保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sz="3600" dirty="0"/>
              <a:t>2.</a:t>
            </a:r>
            <a:r>
              <a:rPr lang="ja-JP" altLang="en-US" sz="3600" dirty="0"/>
              <a:t>補助換気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sz="3600" dirty="0"/>
              <a:t>3.</a:t>
            </a:r>
            <a:r>
              <a:rPr lang="ja-JP" altLang="en-US" sz="3600" dirty="0"/>
              <a:t>異物除去、吸引</a:t>
            </a:r>
            <a:endParaRPr lang="en-US" altLang="ja-JP" sz="3600" dirty="0"/>
          </a:p>
          <a:p>
            <a:pPr marL="0" indent="0">
              <a:buNone/>
            </a:pPr>
            <a:endParaRPr lang="en-US" altLang="ja-JP" sz="3600" dirty="0"/>
          </a:p>
          <a:p>
            <a:pPr marL="0" indent="0">
              <a:buNone/>
            </a:pPr>
            <a:r>
              <a:rPr lang="en-US" altLang="ja-JP" sz="2000" baseline="30000" dirty="0"/>
              <a:t>2)</a:t>
            </a:r>
            <a:r>
              <a:rPr lang="ja-JP" altLang="en-US" sz="2000" baseline="30000" dirty="0"/>
              <a:t>へるす出版　</a:t>
            </a:r>
            <a:r>
              <a:rPr lang="en-US" altLang="ja-JP" sz="2000" baseline="30000" dirty="0"/>
              <a:t>PEMEC</a:t>
            </a:r>
            <a:r>
              <a:rPr lang="ja-JP" altLang="en-US" sz="2000" baseline="30000" dirty="0"/>
              <a:t>ガイドブック</a:t>
            </a:r>
            <a:r>
              <a:rPr lang="en-US" altLang="ja-JP" sz="2000" baseline="30000" dirty="0"/>
              <a:t>2023 P7</a:t>
            </a:r>
            <a:endParaRPr kumimoji="1" lang="en-US" altLang="ja-JP" sz="2000" baseline="300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AC3BE7-8663-E2B1-3508-512821567BE1}"/>
              </a:ext>
            </a:extLst>
          </p:cNvPr>
          <p:cNvSpPr txBox="1"/>
          <p:nvPr/>
        </p:nvSpPr>
        <p:spPr>
          <a:xfrm>
            <a:off x="5933050" y="2626193"/>
            <a:ext cx="4744329" cy="2135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ja-JP" sz="3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4.</a:t>
            </a:r>
            <a:r>
              <a:rPr lang="ja-JP" altLang="en-US" sz="3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酸素投与</a:t>
            </a:r>
            <a:endParaRPr lang="en-US" altLang="ja-JP" sz="3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ja-JP" sz="3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5.</a:t>
            </a:r>
            <a:r>
              <a:rPr lang="ja-JP" altLang="en-US" sz="3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体位管理</a:t>
            </a:r>
            <a:endParaRPr lang="en-US" altLang="ja-JP" sz="3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ja-JP" sz="3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6.</a:t>
            </a:r>
            <a:r>
              <a:rPr lang="ja-JP" altLang="en-US" sz="3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冷却、保温</a:t>
            </a:r>
            <a:endParaRPr lang="en-US" altLang="ja-JP" sz="3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38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20795-4DBE-7074-DE2D-67065BD0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6496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OPQRST</a:t>
            </a:r>
            <a:r>
              <a:rPr kumimoji="1" lang="ja-JP" altLang="en-US" dirty="0"/>
              <a:t>　現病歴メイン　</a:t>
            </a:r>
            <a:r>
              <a:rPr kumimoji="1" lang="en-US" altLang="ja-JP" dirty="0"/>
              <a:t>STEP</a:t>
            </a:r>
            <a:r>
              <a:rPr kumimoji="1" lang="ja-JP" altLang="en-US" dirty="0"/>
              <a:t>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72961A-D8C0-D744-36EC-6277C0F59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45" y="1884432"/>
            <a:ext cx="11746523" cy="4798329"/>
          </a:xfrm>
        </p:spPr>
        <p:txBody>
          <a:bodyPr>
            <a:normAutofit lnSpcReduction="10000"/>
          </a:bodyPr>
          <a:lstStyle/>
          <a:p>
            <a:r>
              <a:rPr kumimoji="1" lang="en-US" altLang="ja-JP" sz="3600" dirty="0"/>
              <a:t>O</a:t>
            </a:r>
            <a:r>
              <a:rPr kumimoji="1" lang="ja-JP" altLang="en-US" sz="3600" dirty="0"/>
              <a:t>　</a:t>
            </a:r>
            <a:r>
              <a:rPr kumimoji="1" lang="en-US" altLang="ja-JP" sz="3600" dirty="0"/>
              <a:t>Onset:</a:t>
            </a:r>
            <a:r>
              <a:rPr kumimoji="1" lang="ja-JP" altLang="en-US" sz="3600" dirty="0"/>
              <a:t>発症様式</a:t>
            </a:r>
            <a:endParaRPr kumimoji="1" lang="en-US" altLang="ja-JP" sz="3600" dirty="0"/>
          </a:p>
          <a:p>
            <a:r>
              <a:rPr lang="en-US" altLang="ja-JP" sz="3600" dirty="0"/>
              <a:t>P</a:t>
            </a:r>
            <a:r>
              <a:rPr lang="ja-JP" altLang="en-US" sz="3600" dirty="0"/>
              <a:t>　</a:t>
            </a:r>
            <a:r>
              <a:rPr lang="en-US" altLang="ja-JP" sz="3600" dirty="0"/>
              <a:t>Palliative</a:t>
            </a:r>
            <a:r>
              <a:rPr lang="ja-JP" altLang="en-US" sz="3600" dirty="0"/>
              <a:t>＆</a:t>
            </a:r>
            <a:r>
              <a:rPr lang="en-US" altLang="ja-JP" sz="3600" dirty="0"/>
              <a:t>Provocative Factors:</a:t>
            </a:r>
            <a:r>
              <a:rPr lang="ja-JP" altLang="en-US" sz="3600" dirty="0"/>
              <a:t>軽快、増悪因子</a:t>
            </a:r>
            <a:endParaRPr lang="en-US" altLang="ja-JP" sz="3600" dirty="0"/>
          </a:p>
          <a:p>
            <a:r>
              <a:rPr kumimoji="1" lang="en-US" altLang="ja-JP" sz="3600" dirty="0"/>
              <a:t>Q</a:t>
            </a:r>
            <a:r>
              <a:rPr kumimoji="1" lang="ja-JP" altLang="en-US" sz="3600" dirty="0"/>
              <a:t>　</a:t>
            </a:r>
            <a:r>
              <a:rPr kumimoji="1" lang="en-US" altLang="ja-JP" sz="3600" dirty="0"/>
              <a:t>Quality</a:t>
            </a:r>
            <a:r>
              <a:rPr kumimoji="1" lang="ja-JP" altLang="en-US" sz="3600" dirty="0"/>
              <a:t>＆</a:t>
            </a:r>
            <a:r>
              <a:rPr kumimoji="1" lang="en-US" altLang="ja-JP" sz="3600" dirty="0"/>
              <a:t>Quantity:</a:t>
            </a:r>
            <a:r>
              <a:rPr kumimoji="1" lang="ja-JP" altLang="en-US" sz="3600" dirty="0"/>
              <a:t>性質と程度</a:t>
            </a:r>
            <a:endParaRPr kumimoji="1" lang="en-US" altLang="ja-JP" sz="3600" dirty="0"/>
          </a:p>
          <a:p>
            <a:r>
              <a:rPr lang="en-US" altLang="ja-JP" sz="3600" dirty="0"/>
              <a:t>R</a:t>
            </a:r>
            <a:r>
              <a:rPr lang="ja-JP" altLang="en-US" sz="3600" dirty="0"/>
              <a:t>　</a:t>
            </a:r>
            <a:r>
              <a:rPr lang="en-US" altLang="ja-JP" sz="3600" dirty="0"/>
              <a:t>Region</a:t>
            </a:r>
            <a:r>
              <a:rPr lang="ja-JP" altLang="en-US" sz="3600" dirty="0"/>
              <a:t>＆</a:t>
            </a:r>
            <a:r>
              <a:rPr lang="en-US" altLang="ja-JP" sz="3600" dirty="0"/>
              <a:t>Radiation:</a:t>
            </a:r>
            <a:r>
              <a:rPr lang="ja-JP" altLang="en-US" sz="3600" dirty="0"/>
              <a:t>部位と放散</a:t>
            </a:r>
            <a:endParaRPr lang="en-US" altLang="ja-JP" sz="3600" dirty="0"/>
          </a:p>
          <a:p>
            <a:r>
              <a:rPr kumimoji="1" lang="en-US" altLang="ja-JP" sz="3600" dirty="0"/>
              <a:t>S</a:t>
            </a:r>
            <a:r>
              <a:rPr kumimoji="1" lang="ja-JP" altLang="en-US" sz="3600" dirty="0"/>
              <a:t>　</a:t>
            </a:r>
            <a:r>
              <a:rPr kumimoji="1" lang="en-US" altLang="ja-JP" sz="3600" dirty="0"/>
              <a:t>Symptoms/Associated:</a:t>
            </a:r>
            <a:r>
              <a:rPr kumimoji="1" lang="ja-JP" altLang="en-US" sz="3600" dirty="0"/>
              <a:t>随伴症状</a:t>
            </a:r>
            <a:endParaRPr kumimoji="1" lang="en-US" altLang="ja-JP" sz="3600" dirty="0"/>
          </a:p>
          <a:p>
            <a:r>
              <a:rPr lang="en-US" altLang="ja-JP" sz="3600" dirty="0"/>
              <a:t>T</a:t>
            </a:r>
            <a:r>
              <a:rPr lang="ja-JP" altLang="en-US" sz="3600" dirty="0"/>
              <a:t>　</a:t>
            </a:r>
            <a:r>
              <a:rPr lang="en-US" altLang="ja-JP" sz="3600" dirty="0"/>
              <a:t>Time Course:</a:t>
            </a:r>
            <a:r>
              <a:rPr lang="ja-JP" altLang="en-US" sz="3600" dirty="0"/>
              <a:t>時間経過</a:t>
            </a:r>
            <a:endParaRPr kumimoji="1" lang="ja-JP" altLang="en-US" sz="3600" dirty="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B797E45-7419-3984-5ED3-F4AA7F1C0A9F}"/>
              </a:ext>
            </a:extLst>
          </p:cNvPr>
          <p:cNvCxnSpPr/>
          <p:nvPr/>
        </p:nvCxnSpPr>
        <p:spPr>
          <a:xfrm>
            <a:off x="528711" y="2448899"/>
            <a:ext cx="4033603" cy="0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EEB4639-1C7C-D987-319D-E311D2D1A3F2}"/>
              </a:ext>
            </a:extLst>
          </p:cNvPr>
          <p:cNvCxnSpPr>
            <a:cxnSpLocks/>
          </p:cNvCxnSpPr>
          <p:nvPr/>
        </p:nvCxnSpPr>
        <p:spPr>
          <a:xfrm>
            <a:off x="528711" y="6231268"/>
            <a:ext cx="5567289" cy="0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7030A252-ADCC-D609-AF1E-A7998A009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06" b="54179"/>
          <a:stretch/>
        </p:blipFill>
        <p:spPr bwMode="auto">
          <a:xfrm>
            <a:off x="5225416" y="1447612"/>
            <a:ext cx="6966584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45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20795-4DBE-7074-DE2D-67065BD0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594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発症様式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84B97633-AB52-8202-268E-14B28294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12158"/>
            <a:ext cx="11816861" cy="3598472"/>
          </a:xfrm>
        </p:spPr>
        <p:txBody>
          <a:bodyPr>
            <a:normAutofit/>
          </a:bodyPr>
          <a:lstStyle/>
          <a:p>
            <a:r>
              <a:rPr lang="ja-JP" altLang="en-US" sz="5400" dirty="0"/>
              <a:t>突然？徐々に？</a:t>
            </a:r>
            <a:endParaRPr lang="en-US" altLang="ja-JP" sz="5400" dirty="0"/>
          </a:p>
          <a:p>
            <a:pPr marL="0" indent="0">
              <a:buNone/>
            </a:pPr>
            <a:r>
              <a:rPr lang="ja-JP" altLang="en-US" sz="5400" dirty="0"/>
              <a:t> 大体の傷病者は急に起きたと言う</a:t>
            </a:r>
            <a:endParaRPr lang="en-US" altLang="ja-JP" sz="5400" dirty="0"/>
          </a:p>
          <a:p>
            <a:r>
              <a:rPr lang="ja-JP" altLang="en-US" sz="5400" dirty="0"/>
              <a:t>突然とは・・</a:t>
            </a:r>
            <a:endParaRPr lang="en-US" altLang="ja-JP" sz="5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068A16-6850-9D67-2BBB-5D39DA5D9045}"/>
              </a:ext>
            </a:extLst>
          </p:cNvPr>
          <p:cNvSpPr txBox="1"/>
          <p:nvPr/>
        </p:nvSpPr>
        <p:spPr>
          <a:xfrm>
            <a:off x="159659" y="4919008"/>
            <a:ext cx="120323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何をしているときに痛くなったのか言える！！！</a:t>
            </a:r>
          </a:p>
        </p:txBody>
      </p:sp>
    </p:spTree>
    <p:extLst>
      <p:ext uri="{BB962C8B-B14F-4D97-AF65-F5344CB8AC3E}">
        <p14:creationId xmlns:p14="http://schemas.microsoft.com/office/powerpoint/2010/main" val="327552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20795-4DBE-7074-DE2D-67065BD0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594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時間経過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84B97633-AB52-8202-268E-14B28294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98" y="1612156"/>
            <a:ext cx="11493305" cy="5245844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間欠的</a:t>
            </a:r>
            <a:r>
              <a:rPr lang="en-US" altLang="ja-JP" sz="3600" dirty="0"/>
              <a:t>vs</a:t>
            </a:r>
            <a:r>
              <a:rPr lang="ja-JP" altLang="en-US" sz="3600" dirty="0"/>
              <a:t>持続的</a:t>
            </a:r>
            <a:endParaRPr lang="en-US" altLang="ja-JP" sz="3600" dirty="0"/>
          </a:p>
          <a:p>
            <a:r>
              <a:rPr lang="ja-JP" altLang="en-US" sz="3600" dirty="0"/>
              <a:t>軽快傾向</a:t>
            </a:r>
            <a:r>
              <a:rPr lang="en-US" altLang="ja-JP" sz="3600" dirty="0"/>
              <a:t>vs</a:t>
            </a:r>
            <a:r>
              <a:rPr lang="ja-JP" altLang="en-US" sz="3600" dirty="0"/>
              <a:t>増悪傾向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⇒持続、増悪は重症度、緊急度が高い可能性</a:t>
            </a:r>
            <a:r>
              <a:rPr lang="ja-JP" altLang="en-US" sz="3600"/>
              <a:t>がある</a:t>
            </a:r>
            <a:endParaRPr lang="en-US" altLang="ja-JP" sz="3600" dirty="0"/>
          </a:p>
          <a:p>
            <a:r>
              <a:rPr lang="ja-JP" altLang="en-US" sz="3600" dirty="0"/>
              <a:t>持続するとは、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繰り返す、再発することも含む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「一時も症状はなくならなかったですか？」</a:t>
            </a:r>
            <a:endParaRPr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2672171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STEP</a:t>
            </a:r>
            <a:r>
              <a:rPr kumimoji="1" lang="ja-JP" altLang="en-US" dirty="0"/>
              <a:t>３ </a:t>
            </a:r>
            <a:r>
              <a:rPr kumimoji="1" lang="en-US" altLang="ja-JP" dirty="0"/>
              <a:t>SAMPLER</a:t>
            </a:r>
            <a:r>
              <a:rPr kumimoji="1" lang="ja-JP" altLang="en-US" dirty="0"/>
              <a:t>　既往歴メイン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56" y="1709996"/>
            <a:ext cx="11193732" cy="5014361"/>
          </a:xfrm>
        </p:spPr>
        <p:txBody>
          <a:bodyPr>
            <a:normAutofit lnSpcReduction="10000"/>
          </a:bodyPr>
          <a:lstStyle/>
          <a:p>
            <a:r>
              <a:rPr kumimoji="1" lang="en-US" altLang="ja-JP" sz="4000" dirty="0"/>
              <a:t>S</a:t>
            </a:r>
            <a:r>
              <a:rPr kumimoji="1" lang="ja-JP" altLang="en-US" sz="4000" dirty="0"/>
              <a:t>　</a:t>
            </a:r>
            <a:r>
              <a:rPr kumimoji="1" lang="en-US" altLang="ja-JP" sz="4000" dirty="0"/>
              <a:t>Sign</a:t>
            </a:r>
            <a:r>
              <a:rPr kumimoji="1" lang="ja-JP" altLang="en-US" sz="4000" dirty="0"/>
              <a:t>＆</a:t>
            </a:r>
            <a:r>
              <a:rPr kumimoji="1" lang="en-US" altLang="ja-JP" sz="4000" dirty="0"/>
              <a:t>symptom:</a:t>
            </a:r>
            <a:r>
              <a:rPr kumimoji="1" lang="ja-JP" altLang="en-US" sz="4000" dirty="0"/>
              <a:t>主訴</a:t>
            </a:r>
            <a:endParaRPr kumimoji="1" lang="en-US" altLang="ja-JP" sz="4000" dirty="0"/>
          </a:p>
          <a:p>
            <a:r>
              <a:rPr lang="en-US" altLang="ja-JP" sz="4000" dirty="0"/>
              <a:t>A</a:t>
            </a:r>
            <a:r>
              <a:rPr lang="ja-JP" altLang="en-US" sz="4000" dirty="0"/>
              <a:t>　</a:t>
            </a:r>
            <a:r>
              <a:rPr lang="en-US" altLang="ja-JP" sz="4000" dirty="0"/>
              <a:t>Allergy:</a:t>
            </a:r>
            <a:r>
              <a:rPr lang="ja-JP" altLang="en-US" sz="4000" dirty="0"/>
              <a:t>アレルギー</a:t>
            </a:r>
            <a:endParaRPr lang="en-US" altLang="ja-JP" sz="4000" dirty="0"/>
          </a:p>
          <a:p>
            <a:r>
              <a:rPr kumimoji="1" lang="en-US" altLang="ja-JP" sz="4000" dirty="0"/>
              <a:t>M  Medication:</a:t>
            </a:r>
            <a:r>
              <a:rPr kumimoji="1" lang="ja-JP" altLang="en-US" sz="4000" dirty="0"/>
              <a:t>内服</a:t>
            </a:r>
            <a:endParaRPr kumimoji="1" lang="en-US" altLang="ja-JP" sz="4000" dirty="0"/>
          </a:p>
          <a:p>
            <a:r>
              <a:rPr lang="en-US" altLang="ja-JP" sz="4000" dirty="0"/>
              <a:t>P</a:t>
            </a:r>
            <a:r>
              <a:rPr lang="ja-JP" altLang="en-US" sz="4000" dirty="0"/>
              <a:t>　</a:t>
            </a:r>
            <a:r>
              <a:rPr lang="en-US" altLang="ja-JP" sz="4000" dirty="0"/>
              <a:t>Past medical history:</a:t>
            </a:r>
            <a:r>
              <a:rPr lang="ja-JP" altLang="en-US" sz="4000" dirty="0"/>
              <a:t>既往歴</a:t>
            </a:r>
            <a:endParaRPr lang="en-US" altLang="ja-JP" sz="4000" dirty="0"/>
          </a:p>
          <a:p>
            <a:r>
              <a:rPr kumimoji="1" lang="en-US" altLang="ja-JP" sz="4000" dirty="0"/>
              <a:t>L</a:t>
            </a:r>
            <a:r>
              <a:rPr kumimoji="1" lang="ja-JP" altLang="en-US" sz="4000" dirty="0"/>
              <a:t>　</a:t>
            </a:r>
            <a:r>
              <a:rPr kumimoji="1" lang="en-US" altLang="ja-JP" sz="4000" dirty="0"/>
              <a:t>Last meal:</a:t>
            </a:r>
            <a:r>
              <a:rPr lang="ja-JP" altLang="en-US" sz="4000" dirty="0"/>
              <a:t>最終食事</a:t>
            </a:r>
            <a:endParaRPr lang="en-US" altLang="ja-JP" sz="4000" dirty="0"/>
          </a:p>
          <a:p>
            <a:r>
              <a:rPr kumimoji="1" lang="en-US" altLang="ja-JP" sz="4000" dirty="0"/>
              <a:t>R</a:t>
            </a:r>
            <a:r>
              <a:rPr kumimoji="1" lang="ja-JP" altLang="en-US" sz="4000" dirty="0"/>
              <a:t>　</a:t>
            </a:r>
            <a:r>
              <a:rPr kumimoji="1" lang="en-US" altLang="ja-JP" sz="4000" dirty="0"/>
              <a:t>Risk factor:</a:t>
            </a:r>
            <a:r>
              <a:rPr kumimoji="1" lang="ja-JP" altLang="en-US" sz="4000" dirty="0"/>
              <a:t>危険因子</a:t>
            </a:r>
          </a:p>
        </p:txBody>
      </p:sp>
    </p:spTree>
    <p:extLst>
      <p:ext uri="{BB962C8B-B14F-4D97-AF65-F5344CB8AC3E}">
        <p14:creationId xmlns:p14="http://schemas.microsoft.com/office/powerpoint/2010/main" val="768289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STEP</a:t>
            </a:r>
            <a:r>
              <a:rPr kumimoji="1" lang="ja-JP" altLang="en-US" dirty="0"/>
              <a:t>３ </a:t>
            </a:r>
            <a:r>
              <a:rPr kumimoji="1" lang="en-US" altLang="ja-JP" dirty="0"/>
              <a:t>SAMPLER</a:t>
            </a:r>
            <a:r>
              <a:rPr kumimoji="1" lang="ja-JP" altLang="en-US" dirty="0"/>
              <a:t>　既往歴メイン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56" y="1709996"/>
            <a:ext cx="11193732" cy="5014361"/>
          </a:xfrm>
        </p:spPr>
        <p:txBody>
          <a:bodyPr>
            <a:normAutofit fontScale="92500" lnSpcReduction="20000"/>
          </a:bodyPr>
          <a:lstStyle/>
          <a:p>
            <a:r>
              <a:rPr lang="en-US" altLang="ja-JP" sz="4000" dirty="0"/>
              <a:t>B</a:t>
            </a:r>
            <a:r>
              <a:rPr lang="ja-JP" altLang="en-US" sz="4000" dirty="0"/>
              <a:t>　病気・病歴</a:t>
            </a:r>
            <a:endParaRPr lang="en-US" altLang="ja-JP" sz="4000" dirty="0"/>
          </a:p>
          <a:p>
            <a:r>
              <a:rPr kumimoji="1" lang="en-US" altLang="ja-JP" sz="4000" dirty="0"/>
              <a:t>A</a:t>
            </a:r>
            <a:r>
              <a:rPr kumimoji="1" lang="ja-JP" altLang="en-US" sz="4000" dirty="0"/>
              <a:t>　アレルギー</a:t>
            </a:r>
            <a:endParaRPr kumimoji="1" lang="en-US" altLang="ja-JP" sz="4000" dirty="0"/>
          </a:p>
          <a:p>
            <a:r>
              <a:rPr kumimoji="1" lang="en-US" altLang="ja-JP" sz="4000" dirty="0"/>
              <a:t>G</a:t>
            </a:r>
            <a:r>
              <a:rPr kumimoji="1" lang="ja-JP" altLang="en-US" sz="4000" dirty="0"/>
              <a:t>　時間（発症様式）</a:t>
            </a:r>
            <a:endParaRPr kumimoji="1" lang="en-US" altLang="ja-JP" sz="4000" dirty="0"/>
          </a:p>
          <a:p>
            <a:r>
              <a:rPr lang="en-US" altLang="ja-JP" sz="4000" dirty="0"/>
              <a:t>M</a:t>
            </a:r>
            <a:r>
              <a:rPr lang="ja-JP" altLang="en-US" sz="4000" dirty="0"/>
              <a:t>　めし（最終食事摂取時間）</a:t>
            </a:r>
            <a:endParaRPr lang="en-US" altLang="ja-JP" sz="4000" dirty="0"/>
          </a:p>
          <a:p>
            <a:r>
              <a:rPr kumimoji="1" lang="en-US" altLang="ja-JP" sz="4000" dirty="0"/>
              <a:t>A</a:t>
            </a:r>
            <a:r>
              <a:rPr kumimoji="1" lang="ja-JP" altLang="en-US" sz="4000" dirty="0"/>
              <a:t>　</a:t>
            </a:r>
            <a:r>
              <a:rPr kumimoji="1" lang="en-US" altLang="ja-JP" sz="4000" dirty="0"/>
              <a:t>ADL</a:t>
            </a:r>
          </a:p>
          <a:p>
            <a:r>
              <a:rPr kumimoji="1" lang="en-US" altLang="ja-JP" sz="4000" dirty="0"/>
              <a:t>S</a:t>
            </a:r>
            <a:r>
              <a:rPr kumimoji="1" lang="ja-JP" altLang="en-US" sz="4000" dirty="0"/>
              <a:t>　主訴</a:t>
            </a:r>
            <a:endParaRPr kumimoji="1" lang="en-US" altLang="ja-JP" sz="4000" dirty="0"/>
          </a:p>
          <a:p>
            <a:r>
              <a:rPr lang="en-US" altLang="ja-JP" sz="4000" dirty="0"/>
              <a:t>K</a:t>
            </a:r>
            <a:r>
              <a:rPr lang="ja-JP" altLang="en-US" sz="4000" dirty="0"/>
              <a:t>　薬（現在使用中の薬剤）お薬手帳</a:t>
            </a:r>
            <a:endParaRPr kumimoji="1"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567731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STEP</a:t>
            </a:r>
            <a:r>
              <a:rPr kumimoji="1" lang="ja-JP" altLang="en-US" dirty="0"/>
              <a:t>３ </a:t>
            </a:r>
            <a:r>
              <a:rPr lang="ja-JP" altLang="en-US" dirty="0"/>
              <a:t>バイタルサインの緊急度の目安</a:t>
            </a:r>
            <a:r>
              <a:rPr lang="en-US" altLang="ja-JP" baseline="30000" dirty="0"/>
              <a:t>3)</a:t>
            </a:r>
            <a:r>
              <a:rPr kumimoji="1" lang="ja-JP" altLang="en-US" dirty="0"/>
              <a:t>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56" y="1709996"/>
            <a:ext cx="11193732" cy="5014361"/>
          </a:xfrm>
        </p:spPr>
        <p:txBody>
          <a:bodyPr>
            <a:normAutofit/>
          </a:bodyPr>
          <a:lstStyle/>
          <a:p>
            <a:r>
              <a:rPr lang="en-US" altLang="ja-JP" sz="4000" dirty="0"/>
              <a:t>SpO2</a:t>
            </a:r>
            <a:r>
              <a:rPr lang="ja-JP" altLang="en-US" sz="4000" dirty="0"/>
              <a:t>　</a:t>
            </a:r>
            <a:r>
              <a:rPr lang="en-US" altLang="ja-JP" sz="4000" dirty="0"/>
              <a:t>90%</a:t>
            </a:r>
            <a:r>
              <a:rPr lang="ja-JP" altLang="en-US" sz="4000" dirty="0"/>
              <a:t>未満（呼吸不全）</a:t>
            </a:r>
            <a:endParaRPr lang="en-US" altLang="ja-JP" sz="4000" dirty="0"/>
          </a:p>
          <a:p>
            <a:r>
              <a:rPr lang="ja-JP" altLang="en-US" sz="4000" dirty="0"/>
              <a:t>呼吸回数　</a:t>
            </a:r>
            <a:r>
              <a:rPr lang="en-US" altLang="ja-JP" sz="4000" dirty="0"/>
              <a:t>10</a:t>
            </a:r>
            <a:r>
              <a:rPr lang="ja-JP" altLang="en-US" sz="4000" dirty="0"/>
              <a:t>回</a:t>
            </a:r>
            <a:r>
              <a:rPr lang="en-US" altLang="ja-JP" sz="4000" dirty="0"/>
              <a:t>/</a:t>
            </a:r>
            <a:r>
              <a:rPr lang="ja-JP" altLang="en-US" sz="4000" dirty="0"/>
              <a:t>分未満、</a:t>
            </a:r>
            <a:r>
              <a:rPr lang="en-US" altLang="ja-JP" sz="4000" dirty="0"/>
              <a:t>30</a:t>
            </a:r>
            <a:r>
              <a:rPr lang="ja-JP" altLang="en-US" sz="4000" dirty="0"/>
              <a:t>回</a:t>
            </a:r>
            <a:r>
              <a:rPr lang="en-US" altLang="ja-JP" sz="4000" dirty="0"/>
              <a:t>/</a:t>
            </a:r>
            <a:r>
              <a:rPr lang="ja-JP" altLang="en-US" sz="4000" dirty="0"/>
              <a:t>分以上</a:t>
            </a:r>
            <a:endParaRPr lang="en-US" altLang="ja-JP" sz="4000" dirty="0"/>
          </a:p>
          <a:p>
            <a:r>
              <a:rPr lang="ja-JP" altLang="en-US" sz="4000" dirty="0"/>
              <a:t>収縮期血圧　</a:t>
            </a:r>
            <a:r>
              <a:rPr lang="en-US" altLang="ja-JP" sz="4000" dirty="0"/>
              <a:t>90mmHg</a:t>
            </a:r>
            <a:r>
              <a:rPr lang="ja-JP" altLang="en-US" sz="4000" dirty="0"/>
              <a:t>以下、</a:t>
            </a:r>
            <a:r>
              <a:rPr lang="en-US" altLang="ja-JP" sz="4000" dirty="0"/>
              <a:t>200mmHg</a:t>
            </a:r>
            <a:r>
              <a:rPr lang="ja-JP" altLang="en-US" sz="4000" dirty="0"/>
              <a:t>以上</a:t>
            </a:r>
            <a:endParaRPr lang="en-US" altLang="ja-JP" sz="4000" dirty="0"/>
          </a:p>
          <a:p>
            <a:r>
              <a:rPr lang="en-US" altLang="ja-JP" sz="4000" dirty="0"/>
              <a:t>GCS</a:t>
            </a:r>
            <a:r>
              <a:rPr lang="ja-JP" altLang="en-US" sz="4000" dirty="0"/>
              <a:t>　</a:t>
            </a:r>
            <a:r>
              <a:rPr lang="en-US" altLang="ja-JP" sz="4000" dirty="0"/>
              <a:t>3</a:t>
            </a:r>
            <a:r>
              <a:rPr lang="ja-JP" altLang="en-US" sz="4000" dirty="0"/>
              <a:t>～</a:t>
            </a:r>
            <a:r>
              <a:rPr lang="en-US" altLang="ja-JP" sz="4000" dirty="0"/>
              <a:t>8</a:t>
            </a:r>
            <a:r>
              <a:rPr lang="ja-JP" altLang="en-US" sz="4000" dirty="0"/>
              <a:t>点、</a:t>
            </a:r>
            <a:r>
              <a:rPr lang="en-US" altLang="ja-JP" sz="4000" dirty="0"/>
              <a:t>JCS100</a:t>
            </a:r>
            <a:r>
              <a:rPr lang="ja-JP" altLang="en-US" sz="4000" dirty="0"/>
              <a:t>～</a:t>
            </a:r>
            <a:r>
              <a:rPr lang="en-US" altLang="ja-JP" sz="4000" dirty="0"/>
              <a:t>300</a:t>
            </a:r>
          </a:p>
          <a:p>
            <a:pPr marL="0" indent="0">
              <a:buNone/>
            </a:pPr>
            <a:r>
              <a:rPr lang="ja-JP" altLang="en-US" sz="4000" dirty="0"/>
              <a:t>＊あくまで目安。総合的に判断する</a:t>
            </a:r>
            <a:endParaRPr lang="en-US" altLang="ja-JP" sz="4000" dirty="0"/>
          </a:p>
          <a:p>
            <a:pPr marL="0" indent="0">
              <a:buNone/>
            </a:pPr>
            <a:r>
              <a:rPr lang="en-US" altLang="ja-JP" sz="1800" baseline="30000" dirty="0"/>
              <a:t>3)</a:t>
            </a:r>
            <a:r>
              <a:rPr lang="ja-JP" altLang="en-US" sz="1800" baseline="30000" dirty="0"/>
              <a:t>へるす出版　</a:t>
            </a:r>
            <a:r>
              <a:rPr lang="en-US" altLang="ja-JP" sz="1800" baseline="30000" dirty="0"/>
              <a:t>PEMEC</a:t>
            </a:r>
            <a:r>
              <a:rPr lang="ja-JP" altLang="en-US" sz="1800" baseline="30000" dirty="0"/>
              <a:t>ガイドブック</a:t>
            </a:r>
            <a:r>
              <a:rPr lang="en-US" altLang="ja-JP" sz="1800" baseline="30000" dirty="0"/>
              <a:t>2023 P7</a:t>
            </a:r>
            <a:endParaRPr kumimoji="1" lang="en-US" altLang="ja-JP" sz="1800" baseline="30000" dirty="0"/>
          </a:p>
          <a:p>
            <a:pPr marL="0" indent="0">
              <a:buNone/>
            </a:pPr>
            <a:endParaRPr lang="en-US" altLang="ja-JP" sz="40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8AFE4C-8540-7F46-25A5-6DAFC5BA43E9}"/>
              </a:ext>
            </a:extLst>
          </p:cNvPr>
          <p:cNvSpPr txBox="1"/>
          <p:nvPr/>
        </p:nvSpPr>
        <p:spPr>
          <a:xfrm>
            <a:off x="0" y="3378705"/>
            <a:ext cx="12191998" cy="120032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内因性ロード＆ゴー</a:t>
            </a:r>
            <a:endParaRPr lang="en-US" altLang="ja-JP" sz="7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425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9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STEP</a:t>
            </a:r>
            <a:r>
              <a:rPr lang="ja-JP" altLang="en-US" dirty="0"/>
              <a:t>４ 判断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9996"/>
            <a:ext cx="12192000" cy="5014361"/>
          </a:xfrm>
        </p:spPr>
        <p:txBody>
          <a:bodyPr>
            <a:normAutofit fontScale="77500" lnSpcReduction="20000"/>
          </a:bodyPr>
          <a:lstStyle/>
          <a:p>
            <a:r>
              <a:rPr lang="ja-JP" altLang="en-US" sz="4000" dirty="0"/>
              <a:t>初期評価、情報収集、バイタル測定から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  </a:t>
            </a:r>
            <a:r>
              <a:rPr lang="ja-JP" altLang="en-US" sz="4000" b="1" dirty="0">
                <a:solidFill>
                  <a:srgbClr val="FFFF00"/>
                </a:solidFill>
              </a:rPr>
              <a:t>内因性ロード＆ゴーを判断</a:t>
            </a:r>
            <a:endParaRPr lang="en-US" altLang="ja-JP" sz="4000" b="1" dirty="0">
              <a:solidFill>
                <a:srgbClr val="FFFF00"/>
              </a:solidFill>
            </a:endParaRPr>
          </a:p>
          <a:p>
            <a:r>
              <a:rPr kumimoji="1" lang="ja-JP" altLang="en-US" sz="4000" dirty="0"/>
              <a:t>特定行為が必要なら・・・</a:t>
            </a:r>
            <a:endParaRPr kumimoji="1"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  </a:t>
            </a:r>
            <a:r>
              <a:rPr lang="ja-JP" altLang="en-US" sz="4000" b="1" dirty="0">
                <a:solidFill>
                  <a:srgbClr val="FFFF00"/>
                </a:solidFill>
              </a:rPr>
              <a:t>輸液プロトコル</a:t>
            </a:r>
            <a:r>
              <a:rPr lang="en-US" altLang="ja-JP" sz="4000" b="1" dirty="0">
                <a:solidFill>
                  <a:srgbClr val="FFFF00"/>
                </a:solidFill>
              </a:rPr>
              <a:t>or</a:t>
            </a:r>
            <a:r>
              <a:rPr lang="ja-JP" altLang="en-US" sz="4000" b="1" dirty="0">
                <a:solidFill>
                  <a:srgbClr val="FFFF00"/>
                </a:solidFill>
              </a:rPr>
              <a:t>ブドウ糖プロトコル</a:t>
            </a:r>
            <a:endParaRPr lang="en-US" altLang="ja-JP" sz="4000" b="1" dirty="0">
              <a:solidFill>
                <a:srgbClr val="FFFF00"/>
              </a:solidFill>
            </a:endParaRPr>
          </a:p>
          <a:p>
            <a:r>
              <a:rPr kumimoji="1" lang="ja-JP" altLang="en-US" sz="4000" dirty="0"/>
              <a:t>意識障害なら・・・</a:t>
            </a:r>
            <a:endParaRPr kumimoji="1" lang="en-US" altLang="ja-JP" sz="4000" dirty="0"/>
          </a:p>
          <a:p>
            <a:pPr marL="0" indent="0">
              <a:buNone/>
            </a:pPr>
            <a:r>
              <a:rPr lang="en-US" altLang="ja-JP" sz="4000" dirty="0">
                <a:solidFill>
                  <a:srgbClr val="FFFF00"/>
                </a:solidFill>
              </a:rPr>
              <a:t>  </a:t>
            </a:r>
            <a:r>
              <a:rPr lang="en-US" altLang="ja-JP" sz="4000" b="1" dirty="0">
                <a:solidFill>
                  <a:srgbClr val="FFFF00"/>
                </a:solidFill>
              </a:rPr>
              <a:t>PCEC</a:t>
            </a:r>
          </a:p>
          <a:p>
            <a:r>
              <a:rPr kumimoji="1" lang="ja-JP" altLang="en-US" sz="4000" dirty="0"/>
              <a:t>脳卒中疑いなら・・・</a:t>
            </a:r>
            <a:endParaRPr kumimoji="1" lang="en-US" altLang="ja-JP" sz="4000" dirty="0"/>
          </a:p>
          <a:p>
            <a:pPr marL="0" indent="0">
              <a:buNone/>
            </a:pPr>
            <a:r>
              <a:rPr lang="en-US" altLang="ja-JP" sz="4000" dirty="0">
                <a:solidFill>
                  <a:srgbClr val="FFFF00"/>
                </a:solidFill>
              </a:rPr>
              <a:t>  </a:t>
            </a:r>
            <a:r>
              <a:rPr lang="en-US" altLang="ja-JP" sz="4000" b="1" dirty="0">
                <a:solidFill>
                  <a:srgbClr val="FFFF00"/>
                </a:solidFill>
              </a:rPr>
              <a:t>PSLS</a:t>
            </a:r>
            <a:endParaRPr kumimoji="1" lang="en-US" altLang="ja-JP" sz="4000" b="1" dirty="0">
              <a:solidFill>
                <a:srgbClr val="FFFF00"/>
              </a:solidFill>
            </a:endParaRPr>
          </a:p>
        </p:txBody>
      </p:sp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6759ED30-1814-F2A2-68FC-9EE0A33A4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35" b="29683"/>
          <a:stretch/>
        </p:blipFill>
        <p:spPr bwMode="auto">
          <a:xfrm>
            <a:off x="4910622" y="4248593"/>
            <a:ext cx="6966584" cy="179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84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9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STEP</a:t>
            </a:r>
            <a:r>
              <a:rPr kumimoji="1" lang="ja-JP" altLang="en-US" dirty="0"/>
              <a:t>５　全身観察</a:t>
            </a:r>
            <a:r>
              <a:rPr kumimoji="1" lang="en-US" altLang="ja-JP" dirty="0"/>
              <a:t>/</a:t>
            </a:r>
            <a:r>
              <a:rPr lang="ja-JP" altLang="en-US"/>
              <a:t>重点観察</a:t>
            </a:r>
            <a:r>
              <a:rPr kumimoji="1" lang="ja-JP" altLang="en-US"/>
              <a:t>　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9996"/>
            <a:ext cx="12192000" cy="5014361"/>
          </a:xfrm>
        </p:spPr>
        <p:txBody>
          <a:bodyPr>
            <a:normAutofit/>
          </a:bodyPr>
          <a:lstStyle/>
          <a:p>
            <a:r>
              <a:rPr lang="ja-JP" altLang="en-US" sz="4000" dirty="0"/>
              <a:t>具体的病態が想定できる＝重点観察</a:t>
            </a:r>
            <a:endParaRPr lang="en-US" altLang="ja-JP" sz="4000" dirty="0"/>
          </a:p>
          <a:p>
            <a:r>
              <a:rPr lang="ja-JP" altLang="en-US" sz="4000" dirty="0"/>
              <a:t>具体的病態が想定でいない＝全身観察</a:t>
            </a:r>
            <a:endParaRPr lang="en-US" altLang="ja-JP" sz="4000" dirty="0"/>
          </a:p>
          <a:p>
            <a:r>
              <a:rPr lang="ja-JP" altLang="en-US" sz="4000" dirty="0"/>
              <a:t>症候別緊急度分類</a:t>
            </a:r>
            <a:r>
              <a:rPr lang="en-US" altLang="ja-JP" sz="4000" baseline="30000" dirty="0"/>
              <a:t>4)</a:t>
            </a:r>
          </a:p>
          <a:p>
            <a:pPr marL="0" indent="0">
              <a:buNone/>
            </a:pPr>
            <a:r>
              <a:rPr lang="ja-JP" altLang="en-US" sz="4000" dirty="0"/>
              <a:t>　</a:t>
            </a:r>
            <a:endParaRPr lang="en-US" altLang="ja-JP" sz="4000" dirty="0"/>
          </a:p>
          <a:p>
            <a:r>
              <a:rPr lang="ja-JP" altLang="en-US" sz="4000" dirty="0"/>
              <a:t>内因性ロード＆ゴーの判断</a:t>
            </a:r>
            <a:endParaRPr lang="en-US" altLang="ja-JP" sz="1800" dirty="0"/>
          </a:p>
          <a:p>
            <a:pPr marL="0" indent="0">
              <a:buNone/>
            </a:pPr>
            <a:r>
              <a:rPr lang="en-US" altLang="ja-JP" sz="1800" dirty="0"/>
              <a:t>4)PEMEC</a:t>
            </a:r>
            <a:r>
              <a:rPr lang="ja-JP" altLang="en-US" sz="1800" dirty="0"/>
              <a:t>ガイドブック</a:t>
            </a:r>
            <a:r>
              <a:rPr lang="en-US" altLang="ja-JP" sz="1800" dirty="0"/>
              <a:t>2023</a:t>
            </a:r>
            <a:r>
              <a:rPr lang="ja-JP" altLang="en-US" sz="1800" dirty="0"/>
              <a:t> </a:t>
            </a:r>
            <a:r>
              <a:rPr lang="en-US" altLang="ja-JP" sz="1800" dirty="0"/>
              <a:t>P38-52</a:t>
            </a:r>
          </a:p>
        </p:txBody>
      </p:sp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CAAC84E0-CCBB-E4FA-B501-F409DF739A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00" b="7724"/>
          <a:stretch/>
        </p:blipFill>
        <p:spPr bwMode="auto">
          <a:xfrm>
            <a:off x="4915927" y="3432517"/>
            <a:ext cx="6966584" cy="186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191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9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STEP</a:t>
            </a:r>
            <a:r>
              <a:rPr lang="en-US" altLang="ja-JP" dirty="0"/>
              <a:t>6</a:t>
            </a:r>
            <a:r>
              <a:rPr lang="ja-JP" altLang="en-US" dirty="0"/>
              <a:t>　</a:t>
            </a:r>
            <a:r>
              <a:rPr kumimoji="1" lang="ja-JP" altLang="en-US" dirty="0"/>
              <a:t>ファーストコール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9996"/>
            <a:ext cx="12192000" cy="501436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4000" dirty="0"/>
          </a:p>
          <a:p>
            <a:endParaRPr lang="en-US" altLang="ja-JP" sz="4000" dirty="0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899BCCD6-E47E-CBB4-FA66-862E77C69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114361"/>
              </p:ext>
            </p:extLst>
          </p:nvPr>
        </p:nvGraphicFramePr>
        <p:xfrm>
          <a:off x="207219" y="1880381"/>
          <a:ext cx="11820657" cy="3250611"/>
        </p:xfrm>
        <a:graphic>
          <a:graphicData uri="http://schemas.openxmlformats.org/drawingml/2006/table">
            <a:tbl>
              <a:tblPr firstRow="1" bandRow="1"/>
              <a:tblGrid>
                <a:gridCol w="1316968">
                  <a:extLst>
                    <a:ext uri="{9D8B030D-6E8A-4147-A177-3AD203B41FA5}">
                      <a16:colId xmlns:a16="http://schemas.microsoft.com/office/drawing/2014/main" val="2619391044"/>
                    </a:ext>
                  </a:extLst>
                </a:gridCol>
                <a:gridCol w="4478053">
                  <a:extLst>
                    <a:ext uri="{9D8B030D-6E8A-4147-A177-3AD203B41FA5}">
                      <a16:colId xmlns:a16="http://schemas.microsoft.com/office/drawing/2014/main" val="3420333256"/>
                    </a:ext>
                  </a:extLst>
                </a:gridCol>
                <a:gridCol w="6025636">
                  <a:extLst>
                    <a:ext uri="{9D8B030D-6E8A-4147-A177-3AD203B41FA5}">
                      <a16:colId xmlns:a16="http://schemas.microsoft.com/office/drawing/2014/main" val="1270164788"/>
                    </a:ext>
                  </a:extLst>
                </a:gridCol>
              </a:tblGrid>
              <a:tr h="68729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3600" b="1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M</a:t>
                      </a:r>
                      <a:endParaRPr kumimoji="1" lang="ja-JP" altLang="en-US" sz="36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12700" cmpd="sng">
                      <a:solidFill>
                        <a:srgbClr val="4EA72E"/>
                      </a:solidFill>
                    </a:lnL>
                    <a:lnR w="12700" cmpd="sng">
                      <a:solidFill>
                        <a:srgbClr val="4EA72E"/>
                      </a:solidFill>
                    </a:lnR>
                    <a:lnT w="12700" cmpd="sng">
                      <a:solidFill>
                        <a:srgbClr val="4EA72E"/>
                      </a:solidFill>
                    </a:lnT>
                    <a:lnB w="12700" cmpd="sng">
                      <a:solidFill>
                        <a:srgbClr val="4EA72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9pPr>
                    </a:lstStyle>
                    <a:p>
                      <a:pPr algn="l"/>
                      <a:r>
                        <a:rPr lang="en-US" altLang="ja-JP" sz="3600" b="1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Mechanism</a:t>
                      </a:r>
                      <a:endParaRPr kumimoji="1" lang="ja-JP" altLang="en-US" sz="36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12700" cmpd="sng">
                      <a:solidFill>
                        <a:srgbClr val="4EA72E"/>
                      </a:solidFill>
                    </a:lnL>
                    <a:lnR w="12700" cmpd="sng">
                      <a:solidFill>
                        <a:srgbClr val="4EA72E"/>
                      </a:solidFill>
                    </a:lnR>
                    <a:lnT w="12700" cmpd="sng">
                      <a:solidFill>
                        <a:srgbClr val="4EA72E"/>
                      </a:solidFill>
                    </a:lnT>
                    <a:lnB w="12700" cmpd="sng">
                      <a:solidFill>
                        <a:srgbClr val="4EA72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9pPr>
                    </a:lstStyle>
                    <a:p>
                      <a:pPr algn="l"/>
                      <a:r>
                        <a:rPr kumimoji="1" lang="ja-JP" altLang="en-US" sz="3600" b="1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発症様式</a:t>
                      </a:r>
                      <a:endParaRPr kumimoji="1" lang="en-US" altLang="ja-JP" sz="36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12700" cmpd="sng">
                      <a:solidFill>
                        <a:srgbClr val="4EA72E"/>
                      </a:solidFill>
                    </a:lnL>
                    <a:lnR w="12700" cmpd="sng">
                      <a:solidFill>
                        <a:srgbClr val="4EA72E"/>
                      </a:solidFill>
                    </a:lnR>
                    <a:lnT w="12700" cmpd="sng">
                      <a:solidFill>
                        <a:srgbClr val="4EA72E"/>
                      </a:solidFill>
                    </a:lnT>
                    <a:lnB w="12700" cmpd="sng">
                      <a:solidFill>
                        <a:srgbClr val="4EA72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98548"/>
                  </a:ext>
                </a:extLst>
              </a:tr>
              <a:tr h="68729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3600" b="1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I</a:t>
                      </a:r>
                    </a:p>
                  </a:txBody>
                  <a:tcPr anchor="ctr">
                    <a:lnL w="12700" cmpd="sng">
                      <a:solidFill>
                        <a:srgbClr val="4EA72E"/>
                      </a:solidFill>
                    </a:lnL>
                    <a:lnR w="12700" cmpd="sng">
                      <a:solidFill>
                        <a:srgbClr val="4EA72E"/>
                      </a:solidFill>
                    </a:lnR>
                    <a:lnT w="12700" cmpd="sng">
                      <a:solidFill>
                        <a:srgbClr val="4EA72E"/>
                      </a:solidFill>
                    </a:lnT>
                    <a:lnB w="12700" cmpd="sng">
                      <a:solidFill>
                        <a:srgbClr val="4EA72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9pPr>
                    </a:lstStyle>
                    <a:p>
                      <a:pPr algn="l"/>
                      <a:r>
                        <a:rPr lang="en-US" altLang="ja-JP" sz="3600" b="1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Impairment</a:t>
                      </a:r>
                      <a:endParaRPr kumimoji="1" lang="ja-JP" altLang="en-US" sz="36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12700" cmpd="sng">
                      <a:solidFill>
                        <a:srgbClr val="4EA72E"/>
                      </a:solidFill>
                    </a:lnL>
                    <a:lnR w="12700" cmpd="sng">
                      <a:solidFill>
                        <a:srgbClr val="4EA72E"/>
                      </a:solidFill>
                    </a:lnR>
                    <a:lnT w="12700" cmpd="sng">
                      <a:solidFill>
                        <a:srgbClr val="4EA72E"/>
                      </a:solidFill>
                    </a:lnT>
                    <a:lnB w="12700" cmpd="sng">
                      <a:solidFill>
                        <a:srgbClr val="4EA72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9pPr>
                    </a:lstStyle>
                    <a:p>
                      <a:pPr algn="l"/>
                      <a:r>
                        <a:rPr kumimoji="1" lang="ja-JP" altLang="en-US" sz="3600" b="1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症状（身体所見）</a:t>
                      </a:r>
                    </a:p>
                  </a:txBody>
                  <a:tcPr anchor="ctr">
                    <a:lnL w="12700" cmpd="sng">
                      <a:solidFill>
                        <a:srgbClr val="4EA72E"/>
                      </a:solidFill>
                    </a:lnL>
                    <a:lnR w="12700" cmpd="sng">
                      <a:solidFill>
                        <a:srgbClr val="4EA72E"/>
                      </a:solidFill>
                    </a:lnR>
                    <a:lnT w="12700" cmpd="sng">
                      <a:solidFill>
                        <a:srgbClr val="4EA72E"/>
                      </a:solidFill>
                    </a:lnT>
                    <a:lnB w="12700" cmpd="sng">
                      <a:solidFill>
                        <a:srgbClr val="4EA72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591777"/>
                  </a:ext>
                </a:extLst>
              </a:tr>
              <a:tr h="68729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3600" b="1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S</a:t>
                      </a:r>
                      <a:endParaRPr kumimoji="1" lang="ja-JP" altLang="en-US" sz="36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12700" cmpd="sng">
                      <a:solidFill>
                        <a:srgbClr val="4EA72E"/>
                      </a:solidFill>
                    </a:lnL>
                    <a:lnR w="12700" cmpd="sng">
                      <a:solidFill>
                        <a:srgbClr val="4EA72E"/>
                      </a:solidFill>
                    </a:lnR>
                    <a:lnT w="12700" cmpd="sng">
                      <a:solidFill>
                        <a:srgbClr val="4EA72E"/>
                      </a:solidFill>
                    </a:lnT>
                    <a:lnB w="12700" cmpd="sng">
                      <a:solidFill>
                        <a:srgbClr val="4EA72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9pPr>
                    </a:lstStyle>
                    <a:p>
                      <a:pPr algn="l"/>
                      <a:r>
                        <a:rPr lang="en-US" altLang="ja-JP" sz="3600" b="1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Sign</a:t>
                      </a:r>
                      <a:endParaRPr kumimoji="1" lang="ja-JP" altLang="en-US" sz="36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12700" cmpd="sng">
                      <a:solidFill>
                        <a:srgbClr val="4EA72E"/>
                      </a:solidFill>
                    </a:lnL>
                    <a:lnR w="12700" cmpd="sng">
                      <a:solidFill>
                        <a:srgbClr val="4EA72E"/>
                      </a:solidFill>
                    </a:lnR>
                    <a:lnT w="12700" cmpd="sng">
                      <a:solidFill>
                        <a:srgbClr val="4EA72E"/>
                      </a:solidFill>
                    </a:lnT>
                    <a:lnB w="12700" cmpd="sng">
                      <a:solidFill>
                        <a:srgbClr val="4EA72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9pPr>
                    </a:lstStyle>
                    <a:p>
                      <a:pPr algn="l"/>
                      <a:r>
                        <a:rPr kumimoji="1" lang="ja-JP" altLang="en-US" sz="3600" b="1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バイタルサイン</a:t>
                      </a:r>
                    </a:p>
                  </a:txBody>
                  <a:tcPr anchor="ctr">
                    <a:lnL w="12700" cmpd="sng">
                      <a:solidFill>
                        <a:srgbClr val="4EA72E"/>
                      </a:solidFill>
                    </a:lnL>
                    <a:lnR w="12700" cmpd="sng">
                      <a:solidFill>
                        <a:srgbClr val="4EA72E"/>
                      </a:solidFill>
                    </a:lnR>
                    <a:lnT w="12700" cmpd="sng">
                      <a:solidFill>
                        <a:srgbClr val="4EA72E"/>
                      </a:solidFill>
                    </a:lnT>
                    <a:lnB w="12700" cmpd="sng">
                      <a:solidFill>
                        <a:srgbClr val="4EA72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48910"/>
                  </a:ext>
                </a:extLst>
              </a:tr>
              <a:tr h="812608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3600" b="1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T</a:t>
                      </a:r>
                      <a:endParaRPr kumimoji="1" lang="ja-JP" altLang="en-US" sz="36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12700" cmpd="sng">
                      <a:solidFill>
                        <a:srgbClr val="4EA72E"/>
                      </a:solidFill>
                    </a:lnL>
                    <a:lnR w="12700" cmpd="sng">
                      <a:solidFill>
                        <a:srgbClr val="4EA72E"/>
                      </a:solidFill>
                    </a:lnR>
                    <a:lnT w="12700" cmpd="sng">
                      <a:solidFill>
                        <a:srgbClr val="4EA72E"/>
                      </a:solidFill>
                    </a:lnT>
                    <a:lnB w="12700" cmpd="sng">
                      <a:solidFill>
                        <a:srgbClr val="4EA72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9pPr>
                    </a:lstStyle>
                    <a:p>
                      <a:pPr algn="l"/>
                      <a:r>
                        <a:rPr lang="en-US" altLang="ja-JP" sz="3600" b="1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Time/Treatment</a:t>
                      </a:r>
                      <a:endParaRPr kumimoji="1" lang="ja-JP" altLang="en-US" sz="36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12700" cmpd="sng">
                      <a:solidFill>
                        <a:srgbClr val="4EA72E"/>
                      </a:solidFill>
                    </a:lnL>
                    <a:lnR w="12700" cmpd="sng">
                      <a:solidFill>
                        <a:srgbClr val="4EA72E"/>
                      </a:solidFill>
                    </a:lnR>
                    <a:lnT w="12700" cmpd="sng">
                      <a:solidFill>
                        <a:srgbClr val="4EA72E"/>
                      </a:solidFill>
                    </a:lnT>
                    <a:lnB w="12700" cmpd="sng">
                      <a:solidFill>
                        <a:srgbClr val="4EA72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游ゴシック" panose="02110004020202020204"/>
                        </a:defRPr>
                      </a:lvl9pPr>
                    </a:lstStyle>
                    <a:p>
                      <a:pPr algn="l"/>
                      <a:r>
                        <a:rPr kumimoji="1" lang="ja-JP" altLang="en-US" sz="3600" b="1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発症様式、行った処置、既往歴、内服薬など</a:t>
                      </a:r>
                    </a:p>
                  </a:txBody>
                  <a:tcPr anchor="ctr">
                    <a:lnL w="12700" cmpd="sng">
                      <a:solidFill>
                        <a:srgbClr val="4EA72E"/>
                      </a:solidFill>
                    </a:lnL>
                    <a:lnR w="12700" cmpd="sng">
                      <a:solidFill>
                        <a:srgbClr val="4EA72E"/>
                      </a:solidFill>
                    </a:lnR>
                    <a:lnT w="12700" cmpd="sng">
                      <a:solidFill>
                        <a:srgbClr val="4EA72E"/>
                      </a:solidFill>
                    </a:lnT>
                    <a:lnB w="12700" cmpd="sng">
                      <a:solidFill>
                        <a:srgbClr val="4EA72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74641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439E2F-D3BE-912C-3319-4DEB08103DD4}"/>
              </a:ext>
            </a:extLst>
          </p:cNvPr>
          <p:cNvSpPr txBox="1"/>
          <p:nvPr/>
        </p:nvSpPr>
        <p:spPr>
          <a:xfrm>
            <a:off x="0" y="4949785"/>
            <a:ext cx="12192000" cy="174278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4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ロード＆ゴーなら簡潔明瞭</a:t>
            </a:r>
            <a:r>
              <a:rPr lang="ja-JP" altLang="en-US" sz="4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に！！！</a:t>
            </a:r>
            <a:endParaRPr kumimoji="1" lang="en-US" altLang="ja-JP" sz="4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25000"/>
              </a:lnSpc>
            </a:pPr>
            <a:r>
              <a:rPr kumimoji="1" lang="ja-JP" altLang="en-US" sz="4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結論から話す！！！</a:t>
            </a:r>
            <a:endParaRPr kumimoji="1" lang="ja-JP" altLang="en-US" sz="28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634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ja-JP" altLang="en-US" dirty="0"/>
              <a:t>初期評価　</a:t>
            </a:r>
            <a:r>
              <a:rPr lang="en-US" altLang="ja-JP" dirty="0"/>
              <a:t>STEP2</a:t>
            </a:r>
            <a:r>
              <a:rPr lang="ja-JP" altLang="en-US" dirty="0"/>
              <a:t>→</a:t>
            </a:r>
            <a:r>
              <a:rPr lang="en-US" altLang="ja-JP" dirty="0"/>
              <a:t>6</a:t>
            </a:r>
            <a:r>
              <a:rPr kumimoji="1" lang="ja-JP" altLang="en-US" dirty="0"/>
              <a:t>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/>
              <a:t>内因性ロード＆ゴーなら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最低限の処置やってファーストコール！！！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地域事情は分かるけど、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内因性ロード＆ゴーの病院は限られる。住所やら生年月日なんて後回し。情報は病着時までにまとまってればいい。必要な情報はセカンドコールで十分。</a:t>
            </a:r>
            <a:endParaRPr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2028776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9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STEP7</a:t>
            </a:r>
            <a:r>
              <a:rPr kumimoji="1" lang="ja-JP" altLang="en-US" dirty="0"/>
              <a:t>　車内活動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9996"/>
            <a:ext cx="12192000" cy="5014361"/>
          </a:xfrm>
        </p:spPr>
        <p:txBody>
          <a:bodyPr>
            <a:normAutofit/>
          </a:bodyPr>
          <a:lstStyle/>
          <a:p>
            <a:r>
              <a:rPr lang="ja-JP" altLang="en-US" sz="4000" dirty="0"/>
              <a:t>酸素切り替え</a:t>
            </a:r>
            <a:endParaRPr lang="en-US" altLang="ja-JP" sz="4000" dirty="0"/>
          </a:p>
          <a:p>
            <a:r>
              <a:rPr lang="ja-JP" altLang="en-US" sz="4000" dirty="0"/>
              <a:t>モニター装着（場合によっては</a:t>
            </a:r>
            <a:r>
              <a:rPr lang="en-US" altLang="ja-JP" sz="4000" dirty="0"/>
              <a:t>12</a:t>
            </a:r>
            <a:r>
              <a:rPr lang="ja-JP" altLang="en-US" sz="4000" dirty="0"/>
              <a:t>誘導）</a:t>
            </a:r>
            <a:endParaRPr lang="en-US" altLang="ja-JP" sz="4000" dirty="0"/>
          </a:p>
          <a:p>
            <a:r>
              <a:rPr lang="ja-JP" altLang="en-US" sz="4000" dirty="0"/>
              <a:t>バイタルサイン測定</a:t>
            </a:r>
            <a:endParaRPr lang="en-US" altLang="ja-JP" sz="4000" dirty="0"/>
          </a:p>
          <a:p>
            <a:r>
              <a:rPr lang="ja-JP" altLang="en-US" sz="4000" dirty="0">
                <a:solidFill>
                  <a:srgbClr val="FFFF00"/>
                </a:solidFill>
              </a:rPr>
              <a:t>医療機関選定</a:t>
            </a:r>
            <a:endParaRPr lang="en-US" altLang="ja-JP" sz="4000" dirty="0">
              <a:solidFill>
                <a:srgbClr val="FFFF00"/>
              </a:solidFill>
            </a:endParaRPr>
          </a:p>
          <a:p>
            <a:r>
              <a:rPr lang="ja-JP" altLang="en-US" sz="4000" dirty="0"/>
              <a:t>関係者の同乗</a:t>
            </a:r>
            <a:endParaRPr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2910558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9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STEP7</a:t>
            </a:r>
            <a:r>
              <a:rPr kumimoji="1" lang="ja-JP" altLang="en-US" dirty="0"/>
              <a:t>　車内活動（継続観察）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9996"/>
            <a:ext cx="12192000" cy="5014361"/>
          </a:xfrm>
        </p:spPr>
        <p:txBody>
          <a:bodyPr>
            <a:normAutofit/>
          </a:bodyPr>
          <a:lstStyle/>
          <a:p>
            <a:r>
              <a:rPr lang="en-US" altLang="ja-JP" sz="4000" dirty="0"/>
              <a:t>ABCD</a:t>
            </a:r>
            <a:r>
              <a:rPr lang="ja-JP" altLang="en-US" sz="4000" dirty="0"/>
              <a:t>の再評価</a:t>
            </a:r>
            <a:endParaRPr lang="en-US" altLang="ja-JP" sz="4000" dirty="0"/>
          </a:p>
          <a:p>
            <a:r>
              <a:rPr lang="ja-JP" altLang="en-US" sz="4000" dirty="0"/>
              <a:t>各種モニター情報の再評価</a:t>
            </a:r>
            <a:endParaRPr lang="en-US" altLang="ja-JP" sz="4000" dirty="0"/>
          </a:p>
          <a:p>
            <a:r>
              <a:rPr lang="ja-JP" altLang="en-US" sz="4000" dirty="0"/>
              <a:t>原因、症状の再評価</a:t>
            </a:r>
            <a:endParaRPr lang="en-US" altLang="ja-JP" sz="4000" dirty="0"/>
          </a:p>
          <a:p>
            <a:r>
              <a:rPr lang="ja-JP" altLang="en-US" sz="4000" dirty="0"/>
              <a:t>行った処置の再評価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b="1" dirty="0">
                <a:solidFill>
                  <a:srgbClr val="FFFF00"/>
                </a:solidFill>
              </a:rPr>
              <a:t>悪化した際の対応を考え事前に準備する</a:t>
            </a:r>
            <a:endParaRPr lang="en-US" altLang="ja-JP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155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D10D971-AAF9-7683-A3E2-40400371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5200" kern="1200" dirty="0">
                <a:latin typeface="+mj-lt"/>
                <a:ea typeface="+mj-ea"/>
                <a:cs typeface="+mj-cs"/>
              </a:rPr>
              <a:t>内因性を学ぶ</a:t>
            </a:r>
            <a:r>
              <a:rPr lang="ja-JP" altLang="en-US" sz="5200" dirty="0">
                <a:latin typeface="+mj-lt"/>
                <a:ea typeface="+mj-ea"/>
              </a:rPr>
              <a:t>コース</a:t>
            </a:r>
            <a:endParaRPr kumimoji="1" lang="en-US" altLang="ja-JP" sz="52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952A01-719F-C165-7654-5E28D9C6A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373751" cy="4743987"/>
          </a:xfrm>
        </p:spPr>
        <p:txBody>
          <a:bodyPr>
            <a:normAutofit lnSpcReduction="10000"/>
          </a:bodyPr>
          <a:lstStyle/>
          <a:p>
            <a:r>
              <a:rPr kumimoji="1" lang="en-US" altLang="ja-JP" sz="4400" dirty="0">
                <a:solidFill>
                  <a:schemeClr val="tx1"/>
                </a:solidFill>
              </a:rPr>
              <a:t>PEMEC</a:t>
            </a:r>
          </a:p>
          <a:p>
            <a:r>
              <a:rPr lang="en-US" altLang="ja-JP" sz="4400" dirty="0">
                <a:solidFill>
                  <a:schemeClr val="tx1"/>
                </a:solidFill>
              </a:rPr>
              <a:t>AMLS</a:t>
            </a:r>
            <a:r>
              <a:rPr lang="ja-JP" altLang="en-US" sz="4400" dirty="0">
                <a:solidFill>
                  <a:schemeClr val="tx1"/>
                </a:solidFill>
              </a:rPr>
              <a:t>（</a:t>
            </a:r>
            <a:r>
              <a:rPr lang="en-US" altLang="ja-JP" sz="4400" dirty="0">
                <a:solidFill>
                  <a:schemeClr val="tx1"/>
                </a:solidFill>
              </a:rPr>
              <a:t>NAEMT</a:t>
            </a:r>
            <a:r>
              <a:rPr lang="ja-JP" altLang="en-US" sz="4400" dirty="0">
                <a:solidFill>
                  <a:schemeClr val="tx1"/>
                </a:solidFill>
              </a:rPr>
              <a:t>）</a:t>
            </a:r>
            <a:endParaRPr lang="en-US" altLang="ja-JP" sz="4400" dirty="0">
              <a:solidFill>
                <a:schemeClr val="tx1"/>
              </a:solidFill>
            </a:endParaRPr>
          </a:p>
          <a:p>
            <a:r>
              <a:rPr kumimoji="1" lang="en-US" altLang="ja-JP" sz="4400" dirty="0">
                <a:solidFill>
                  <a:schemeClr val="tx1"/>
                </a:solidFill>
              </a:rPr>
              <a:t>PSLS</a:t>
            </a:r>
            <a:r>
              <a:rPr kumimoji="1" lang="ja-JP" altLang="en-US" sz="4400" dirty="0">
                <a:solidFill>
                  <a:schemeClr val="tx1"/>
                </a:solidFill>
              </a:rPr>
              <a:t>（脳卒中）</a:t>
            </a:r>
            <a:endParaRPr kumimoji="1" lang="en-US" altLang="ja-JP" sz="4400" dirty="0">
              <a:solidFill>
                <a:schemeClr val="tx1"/>
              </a:solidFill>
            </a:endParaRPr>
          </a:p>
          <a:p>
            <a:r>
              <a:rPr lang="en-US" altLang="ja-JP" sz="4400" dirty="0">
                <a:solidFill>
                  <a:schemeClr val="tx1"/>
                </a:solidFill>
              </a:rPr>
              <a:t>PCEC</a:t>
            </a:r>
            <a:r>
              <a:rPr lang="ja-JP" altLang="en-US" sz="4400" dirty="0">
                <a:solidFill>
                  <a:schemeClr val="tx1"/>
                </a:solidFill>
              </a:rPr>
              <a:t>（意識障害）</a:t>
            </a:r>
            <a:endParaRPr lang="en-US" altLang="ja-JP" sz="4400" dirty="0">
              <a:solidFill>
                <a:schemeClr val="tx1"/>
              </a:solidFill>
            </a:endParaRPr>
          </a:p>
          <a:p>
            <a:r>
              <a:rPr kumimoji="1" lang="en-US" altLang="ja-JP" sz="4400" dirty="0">
                <a:solidFill>
                  <a:schemeClr val="tx1"/>
                </a:solidFill>
              </a:rPr>
              <a:t>PACC</a:t>
            </a:r>
            <a:r>
              <a:rPr kumimoji="1" lang="ja-JP" altLang="en-US" sz="4400" dirty="0">
                <a:solidFill>
                  <a:schemeClr val="tx1"/>
                </a:solidFill>
              </a:rPr>
              <a:t>（循環器障害）</a:t>
            </a:r>
          </a:p>
        </p:txBody>
      </p:sp>
    </p:spTree>
    <p:extLst>
      <p:ext uri="{BB962C8B-B14F-4D97-AF65-F5344CB8AC3E}">
        <p14:creationId xmlns:p14="http://schemas.microsoft.com/office/powerpoint/2010/main" val="2821819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C6608E2-5210-D481-147C-DCD2BBC1D6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48" y="1844675"/>
            <a:ext cx="3105150" cy="44497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14C10BB-6CB1-7BCD-B3D8-0A4F83102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825" y="1844675"/>
            <a:ext cx="1862138" cy="264953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754A0A69-5FCD-8354-66CB-E4D6C711E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473" y="1764591"/>
            <a:ext cx="1862431" cy="269842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36E0BB1-C564-61B9-CBDD-D6F1D4250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225" y="1844675"/>
            <a:ext cx="3122613" cy="444976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D10D971-AAF9-7683-A3E2-40400371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z="5200" dirty="0">
                <a:latin typeface="+mj-lt"/>
                <a:ea typeface="+mj-ea"/>
              </a:rPr>
              <a:t>教材</a:t>
            </a:r>
            <a:endParaRPr kumimoji="1" lang="en-US" altLang="ja-JP" sz="5200" kern="1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6742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1135</TotalTime>
  <Words>1216</Words>
  <Application>Microsoft Office PowerPoint</Application>
  <PresentationFormat>ワイド画面</PresentationFormat>
  <Paragraphs>176</Paragraphs>
  <Slides>28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28</vt:i4>
      </vt:variant>
    </vt:vector>
  </HeadingPairs>
  <TitlesOfParts>
    <vt:vector size="34" baseType="lpstr">
      <vt:lpstr>メイリオ</vt:lpstr>
      <vt:lpstr>游ゴシック</vt:lpstr>
      <vt:lpstr>游ゴシック Light</vt:lpstr>
      <vt:lpstr>Arial</vt:lpstr>
      <vt:lpstr>Office テーマ</vt:lpstr>
      <vt:lpstr>デザインの設定</vt:lpstr>
      <vt:lpstr>救急活動の心得（内因編）</vt:lpstr>
      <vt:lpstr>    注意： この講義だけで、現場活動ができるようになるわけではありません。</vt:lpstr>
      <vt:lpstr>PowerPoint プレゼンテーション</vt:lpstr>
      <vt:lpstr>　　PEMEC</vt:lpstr>
      <vt:lpstr>PEMEC　 アルゴリズム</vt:lpstr>
      <vt:lpstr>STEP１　状況評価（指令から現場到着まで）</vt:lpstr>
      <vt:lpstr>STEP１　状況評価（指令から現場到着まで）</vt:lpstr>
      <vt:lpstr>STEP１　状況評価（指令から現場到着まで）</vt:lpstr>
      <vt:lpstr>STEP１ 状況評価(現場到着から傷病者接触まで)　</vt:lpstr>
      <vt:lpstr>STEP１ 状況評価(現場到着から傷病者接触まで)　　</vt:lpstr>
      <vt:lpstr>STEP２　初期評価　</vt:lpstr>
      <vt:lpstr>初期評価における内因性ロード＆ゴーの基準2)　</vt:lpstr>
      <vt:lpstr>初期評価における内因性ロード＆ゴーの基準2) 　</vt:lpstr>
      <vt:lpstr>初期評価における必要な処置2) 　</vt:lpstr>
      <vt:lpstr>OPQRST　現病歴メイン　STEP３</vt:lpstr>
      <vt:lpstr>発症様式</vt:lpstr>
      <vt:lpstr>時間経過</vt:lpstr>
      <vt:lpstr>STEP３ SAMPLER　既往歴メイン　</vt:lpstr>
      <vt:lpstr>STEP３ SAMPLER　既往歴メイン　</vt:lpstr>
      <vt:lpstr>STEP３ バイタルサインの緊急度の目安3)　</vt:lpstr>
      <vt:lpstr>STEP４ 判断</vt:lpstr>
      <vt:lpstr>STEP５　全身観察/重点観察　</vt:lpstr>
      <vt:lpstr>STEP6　ファーストコール　</vt:lpstr>
      <vt:lpstr>初期評価　STEP2→6　</vt:lpstr>
      <vt:lpstr>STEP7　車内活動　</vt:lpstr>
      <vt:lpstr>STEP7　車内活動（継続観察）　</vt:lpstr>
      <vt:lpstr>内因性を学ぶコース</vt:lpstr>
      <vt:lpstr>教材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救急臨床推論</dc:title>
  <dc:creator>中村　哲久</dc:creator>
  <cp:lastModifiedBy>中村 哲久</cp:lastModifiedBy>
  <cp:revision>14</cp:revision>
  <dcterms:created xsi:type="dcterms:W3CDTF">2023-09-18T07:40:21Z</dcterms:created>
  <dcterms:modified xsi:type="dcterms:W3CDTF">2024-05-14T03:44:10Z</dcterms:modified>
</cp:coreProperties>
</file>