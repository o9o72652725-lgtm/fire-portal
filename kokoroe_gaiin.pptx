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88" r:id="rId4"/>
    <p:sldId id="269" r:id="rId5"/>
    <p:sldId id="257" r:id="rId6"/>
    <p:sldId id="258" r:id="rId7"/>
    <p:sldId id="259" r:id="rId8"/>
    <p:sldId id="261" r:id="rId9"/>
    <p:sldId id="262" r:id="rId10"/>
    <p:sldId id="277" r:id="rId11"/>
    <p:sldId id="263" r:id="rId12"/>
    <p:sldId id="283" r:id="rId13"/>
    <p:sldId id="282" r:id="rId14"/>
    <p:sldId id="270" r:id="rId15"/>
    <p:sldId id="271" r:id="rId16"/>
    <p:sldId id="272" r:id="rId17"/>
    <p:sldId id="273" r:id="rId18"/>
    <p:sldId id="286" r:id="rId19"/>
    <p:sldId id="274" r:id="rId20"/>
    <p:sldId id="275" r:id="rId21"/>
    <p:sldId id="264" r:id="rId22"/>
    <p:sldId id="265" r:id="rId23"/>
    <p:sldId id="278" r:id="rId24"/>
    <p:sldId id="266" r:id="rId25"/>
    <p:sldId id="279" r:id="rId26"/>
    <p:sldId id="267" r:id="rId27"/>
    <p:sldId id="268" r:id="rId28"/>
    <p:sldId id="281" r:id="rId29"/>
    <p:sldId id="284" r:id="rId30"/>
    <p:sldId id="285" r:id="rId31"/>
    <p:sldId id="289" r:id="rId3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EAA71E-D413-4590-B858-9BA23BE54D6A}" v="4" dt="2024-04-25T03:44:14.95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762" autoAdjust="0"/>
  </p:normalViewPr>
  <p:slideViewPr>
    <p:cSldViewPr snapToGrid="0">
      <p:cViewPr varScale="1">
        <p:scale>
          <a:sx n="64" d="100"/>
          <a:sy n="64" d="100"/>
        </p:scale>
        <p:origin x="3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哲久 中村" userId="959916a84418345a" providerId="LiveId" clId="{D5EAA71E-D413-4590-B858-9BA23BE54D6A}"/>
    <pc:docChg chg="custSel addSld modSld sldOrd">
      <pc:chgData name="哲久 中村" userId="959916a84418345a" providerId="LiveId" clId="{D5EAA71E-D413-4590-B858-9BA23BE54D6A}" dt="2024-04-25T03:44:20.912" v="80" actId="962"/>
      <pc:docMkLst>
        <pc:docMk/>
      </pc:docMkLst>
      <pc:sldChg chg="add ord">
        <pc:chgData name="哲久 中村" userId="959916a84418345a" providerId="LiveId" clId="{D5EAA71E-D413-4590-B858-9BA23BE54D6A}" dt="2024-04-25T03:27:48.088" v="2"/>
        <pc:sldMkLst>
          <pc:docMk/>
          <pc:sldMk cId="1144789264" sldId="287"/>
        </pc:sldMkLst>
      </pc:sldChg>
      <pc:sldChg chg="delSp add setBg delDesignElem">
        <pc:chgData name="哲久 中村" userId="959916a84418345a" providerId="LiveId" clId="{D5EAA71E-D413-4590-B858-9BA23BE54D6A}" dt="2024-04-25T03:28:05.127" v="4"/>
        <pc:sldMkLst>
          <pc:docMk/>
          <pc:sldMk cId="2537711816" sldId="288"/>
        </pc:sldMkLst>
        <pc:spChg chg="del">
          <ac:chgData name="哲久 中村" userId="959916a84418345a" providerId="LiveId" clId="{D5EAA71E-D413-4590-B858-9BA23BE54D6A}" dt="2024-04-25T03:28:05.127" v="4"/>
          <ac:spMkLst>
            <pc:docMk/>
            <pc:sldMk cId="2537711816" sldId="288"/>
            <ac:spMk id="16" creationId="{257363FD-7E77-4145-9483-331A807ADF0E}"/>
          </ac:spMkLst>
        </pc:spChg>
      </pc:sldChg>
      <pc:sldChg chg="addSp delSp modSp new mod">
        <pc:chgData name="哲久 中村" userId="959916a84418345a" providerId="LiveId" clId="{D5EAA71E-D413-4590-B858-9BA23BE54D6A}" dt="2024-04-25T03:44:20.912" v="80" actId="962"/>
        <pc:sldMkLst>
          <pc:docMk/>
          <pc:sldMk cId="4082377331" sldId="289"/>
        </pc:sldMkLst>
        <pc:spChg chg="mod">
          <ac:chgData name="哲久 中村" userId="959916a84418345a" providerId="LiveId" clId="{D5EAA71E-D413-4590-B858-9BA23BE54D6A}" dt="2024-04-25T03:41:38.213" v="18" actId="20577"/>
          <ac:spMkLst>
            <pc:docMk/>
            <pc:sldMk cId="4082377331" sldId="289"/>
            <ac:spMk id="2" creationId="{C7E5490F-1CC3-A1BB-C5A9-2FDCA6141CE3}"/>
          </ac:spMkLst>
        </pc:spChg>
        <pc:spChg chg="del">
          <ac:chgData name="哲久 中村" userId="959916a84418345a" providerId="LiveId" clId="{D5EAA71E-D413-4590-B858-9BA23BE54D6A}" dt="2024-04-25T03:41:32.060" v="6"/>
          <ac:spMkLst>
            <pc:docMk/>
            <pc:sldMk cId="4082377331" sldId="289"/>
            <ac:spMk id="3" creationId="{36952E8F-BB0A-D4DF-384D-6FD6F5359CBD}"/>
          </ac:spMkLst>
        </pc:spChg>
        <pc:spChg chg="add del mod">
          <ac:chgData name="哲久 中村" userId="959916a84418345a" providerId="LiveId" clId="{D5EAA71E-D413-4590-B858-9BA23BE54D6A}" dt="2024-04-25T03:44:14.954" v="76"/>
          <ac:spMkLst>
            <pc:docMk/>
            <pc:sldMk cId="4082377331" sldId="289"/>
            <ac:spMk id="7" creationId="{F7A6F237-3569-BD82-2A02-998500F80E51}"/>
          </ac:spMkLst>
        </pc:spChg>
        <pc:picChg chg="add del mod">
          <ac:chgData name="哲久 中村" userId="959916a84418345a" providerId="LiveId" clId="{D5EAA71E-D413-4590-B858-9BA23BE54D6A}" dt="2024-04-25T03:43:06.926" v="19" actId="478"/>
          <ac:picMkLst>
            <pc:docMk/>
            <pc:sldMk cId="4082377331" sldId="289"/>
            <ac:picMk id="5" creationId="{0B1DB21E-DD94-1AD4-8CAF-0BB4EC05E319}"/>
          </ac:picMkLst>
        </pc:picChg>
        <pc:picChg chg="add mod">
          <ac:chgData name="哲久 中村" userId="959916a84418345a" providerId="LiveId" clId="{D5EAA71E-D413-4590-B858-9BA23BE54D6A}" dt="2024-04-25T03:44:20.912" v="80" actId="962"/>
          <ac:picMkLst>
            <pc:docMk/>
            <pc:sldMk cId="4082377331" sldId="289"/>
            <ac:picMk id="9" creationId="{670CEB2F-D8DE-639F-4292-BABDD6D88AB4}"/>
          </ac:picMkLst>
        </pc:picChg>
      </pc:sldChg>
    </pc:docChg>
  </pc:docChgLst>
  <pc:docChgLst>
    <pc:chgData name="哲久 中村" userId="959916a84418345a" providerId="LiveId" clId="{6BCA243E-5727-4668-815C-C8F09919B4B7}"/>
    <pc:docChg chg="undo custSel addSld delSld modSld sldOrd">
      <pc:chgData name="哲久 中村" userId="959916a84418345a" providerId="LiveId" clId="{6BCA243E-5727-4668-815C-C8F09919B4B7}" dt="2024-03-25T14:20:09.456" v="9958" actId="20577"/>
      <pc:docMkLst>
        <pc:docMk/>
      </pc:docMkLst>
      <pc:sldChg chg="modSp mod">
        <pc:chgData name="哲久 中村" userId="959916a84418345a" providerId="LiveId" clId="{6BCA243E-5727-4668-815C-C8F09919B4B7}" dt="2024-03-13T06:38:38.533" v="9915" actId="20577"/>
        <pc:sldMkLst>
          <pc:docMk/>
          <pc:sldMk cId="2109977124" sldId="256"/>
        </pc:sldMkLst>
        <pc:spChg chg="mod">
          <ac:chgData name="哲久 中村" userId="959916a84418345a" providerId="LiveId" clId="{6BCA243E-5727-4668-815C-C8F09919B4B7}" dt="2024-03-13T06:38:38.533" v="9915" actId="20577"/>
          <ac:spMkLst>
            <pc:docMk/>
            <pc:sldMk cId="2109977124" sldId="256"/>
            <ac:spMk id="2" creationId="{195E5E36-75DE-35E3-73C3-7855CBFAFE6A}"/>
          </ac:spMkLst>
        </pc:spChg>
      </pc:sldChg>
      <pc:sldChg chg="addSp modSp mod">
        <pc:chgData name="哲久 中村" userId="959916a84418345a" providerId="LiveId" clId="{6BCA243E-5727-4668-815C-C8F09919B4B7}" dt="2024-03-10T14:05:07.815" v="8784" actId="947"/>
        <pc:sldMkLst>
          <pc:docMk/>
          <pc:sldMk cId="3169224736" sldId="257"/>
        </pc:sldMkLst>
        <pc:spChg chg="mod">
          <ac:chgData name="哲久 中村" userId="959916a84418345a" providerId="LiveId" clId="{6BCA243E-5727-4668-815C-C8F09919B4B7}" dt="2024-03-10T14:05:07.815" v="8784" actId="947"/>
          <ac:spMkLst>
            <pc:docMk/>
            <pc:sldMk cId="3169224736" sldId="257"/>
            <ac:spMk id="2" creationId="{649D2E60-6015-3CC1-08DE-224B1571ECE3}"/>
          </ac:spMkLst>
        </pc:spChg>
        <pc:spChg chg="add mod">
          <ac:chgData name="哲久 中村" userId="959916a84418345a" providerId="LiveId" clId="{6BCA243E-5727-4668-815C-C8F09919B4B7}" dt="2024-03-10T14:03:26.407" v="8526" actId="692"/>
          <ac:spMkLst>
            <pc:docMk/>
            <pc:sldMk cId="3169224736" sldId="257"/>
            <ac:spMk id="3" creationId="{B267442F-937E-DAEF-2B79-B0735DD9BA07}"/>
          </ac:spMkLst>
        </pc:spChg>
        <pc:spChg chg="add mod">
          <ac:chgData name="哲久 中村" userId="959916a84418345a" providerId="LiveId" clId="{6BCA243E-5727-4668-815C-C8F09919B4B7}" dt="2024-03-10T14:04:49.506" v="8781" actId="1076"/>
          <ac:spMkLst>
            <pc:docMk/>
            <pc:sldMk cId="3169224736" sldId="257"/>
            <ac:spMk id="5" creationId="{32D735BB-3699-E4EB-B83F-5B935064A54F}"/>
          </ac:spMkLst>
        </pc:spChg>
      </pc:sldChg>
      <pc:sldChg chg="addSp delSp modSp add mod">
        <pc:chgData name="哲久 中村" userId="959916a84418345a" providerId="LiveId" clId="{6BCA243E-5727-4668-815C-C8F09919B4B7}" dt="2024-03-13T01:44:05.688" v="8858" actId="20577"/>
        <pc:sldMkLst>
          <pc:docMk/>
          <pc:sldMk cId="4016975791" sldId="258"/>
        </pc:sldMkLst>
        <pc:spChg chg="add mod">
          <ac:chgData name="哲久 中村" userId="959916a84418345a" providerId="LiveId" clId="{6BCA243E-5727-4668-815C-C8F09919B4B7}" dt="2024-03-13T01:44:05.688" v="8858" actId="20577"/>
          <ac:spMkLst>
            <pc:docMk/>
            <pc:sldMk cId="4016975791" sldId="258"/>
            <ac:spMk id="3" creationId="{E7875C29-3ABA-9339-7A7D-A9BF9BB7CA46}"/>
          </ac:spMkLst>
        </pc:spChg>
        <pc:spChg chg="mod">
          <ac:chgData name="哲久 中村" userId="959916a84418345a" providerId="LiveId" clId="{6BCA243E-5727-4668-815C-C8F09919B4B7}" dt="2024-03-09T14:06:47.900" v="6" actId="14100"/>
          <ac:spMkLst>
            <pc:docMk/>
            <pc:sldMk cId="4016975791" sldId="258"/>
            <ac:spMk id="4" creationId="{826B4628-F727-DF1B-DED7-C7E38FBABD86}"/>
          </ac:spMkLst>
        </pc:spChg>
        <pc:spChg chg="add mod">
          <ac:chgData name="哲久 中村" userId="959916a84418345a" providerId="LiveId" clId="{6BCA243E-5727-4668-815C-C8F09919B4B7}" dt="2024-03-10T14:07:16.830" v="8807" actId="207"/>
          <ac:spMkLst>
            <pc:docMk/>
            <pc:sldMk cId="4016975791" sldId="258"/>
            <ac:spMk id="5" creationId="{3E2D8BEE-E774-CFCB-86F0-B28F805FA2F8}"/>
          </ac:spMkLst>
        </pc:spChg>
        <pc:spChg chg="del">
          <ac:chgData name="哲久 中村" userId="959916a84418345a" providerId="LiveId" clId="{6BCA243E-5727-4668-815C-C8F09919B4B7}" dt="2024-03-09T14:06:34.751" v="3" actId="478"/>
          <ac:spMkLst>
            <pc:docMk/>
            <pc:sldMk cId="4016975791" sldId="258"/>
            <ac:spMk id="7" creationId="{CE88DDE6-0175-F22A-E9FA-489DF729CCE1}"/>
          </ac:spMkLst>
        </pc:spChg>
        <pc:spChg chg="del">
          <ac:chgData name="哲久 中村" userId="959916a84418345a" providerId="LiveId" clId="{6BCA243E-5727-4668-815C-C8F09919B4B7}" dt="2024-03-09T14:06:37.633" v="4" actId="478"/>
          <ac:spMkLst>
            <pc:docMk/>
            <pc:sldMk cId="4016975791" sldId="258"/>
            <ac:spMk id="10" creationId="{0264AA79-1C1A-1288-01E8-857423441835}"/>
          </ac:spMkLst>
        </pc:spChg>
        <pc:picChg chg="del">
          <ac:chgData name="哲久 中村" userId="959916a84418345a" providerId="LiveId" clId="{6BCA243E-5727-4668-815C-C8F09919B4B7}" dt="2024-03-09T14:06:31.691" v="2" actId="478"/>
          <ac:picMkLst>
            <pc:docMk/>
            <pc:sldMk cId="4016975791" sldId="258"/>
            <ac:picMk id="6" creationId="{03430594-F4DE-25DB-E151-5C2A639DEC78}"/>
          </ac:picMkLst>
        </pc:picChg>
        <pc:picChg chg="add mod">
          <ac:chgData name="哲久 中村" userId="959916a84418345a" providerId="LiveId" clId="{6BCA243E-5727-4668-815C-C8F09919B4B7}" dt="2024-03-09T14:09:37.064" v="206" actId="1076"/>
          <ac:picMkLst>
            <pc:docMk/>
            <pc:sldMk cId="4016975791" sldId="258"/>
            <ac:picMk id="9" creationId="{D4F1E741-2CB2-B2EA-F2BF-7D42E0936C07}"/>
          </ac:picMkLst>
        </pc:picChg>
        <pc:picChg chg="del">
          <ac:chgData name="哲久 中村" userId="959916a84418345a" providerId="LiveId" clId="{6BCA243E-5727-4668-815C-C8F09919B4B7}" dt="2024-03-09T14:06:29.064" v="1" actId="478"/>
          <ac:picMkLst>
            <pc:docMk/>
            <pc:sldMk cId="4016975791" sldId="258"/>
            <ac:picMk id="14" creationId="{18FE8C74-BBF8-9323-0E50-3C8920E1DE78}"/>
          </ac:picMkLst>
        </pc:picChg>
        <pc:cxnChg chg="del">
          <ac:chgData name="哲久 中村" userId="959916a84418345a" providerId="LiveId" clId="{6BCA243E-5727-4668-815C-C8F09919B4B7}" dt="2024-03-09T14:06:41.668" v="5" actId="478"/>
          <ac:cxnSpMkLst>
            <pc:docMk/>
            <pc:sldMk cId="4016975791" sldId="258"/>
            <ac:cxnSpMk id="12" creationId="{1366C616-DCE5-3220-5F6A-8C93FFE04EA4}"/>
          </ac:cxnSpMkLst>
        </pc:cxnChg>
      </pc:sldChg>
      <pc:sldChg chg="addSp delSp modSp add mod modAnim">
        <pc:chgData name="哲久 中村" userId="959916a84418345a" providerId="LiveId" clId="{6BCA243E-5727-4668-815C-C8F09919B4B7}" dt="2024-03-09T22:40:48.936" v="1815"/>
        <pc:sldMkLst>
          <pc:docMk/>
          <pc:sldMk cId="959949643" sldId="259"/>
        </pc:sldMkLst>
        <pc:spChg chg="mod">
          <ac:chgData name="哲久 中村" userId="959916a84418345a" providerId="LiveId" clId="{6BCA243E-5727-4668-815C-C8F09919B4B7}" dt="2024-03-09T14:13:42.646" v="310" actId="20577"/>
          <ac:spMkLst>
            <pc:docMk/>
            <pc:sldMk cId="959949643" sldId="259"/>
            <ac:spMk id="2" creationId="{030AA5AD-00A6-3500-F7DC-7E13FE3697D8}"/>
          </ac:spMkLst>
        </pc:spChg>
        <pc:spChg chg="del mod">
          <ac:chgData name="哲久 中村" userId="959916a84418345a" providerId="LiveId" clId="{6BCA243E-5727-4668-815C-C8F09919B4B7}" dt="2024-03-09T14:12:55.431" v="265" actId="22"/>
          <ac:spMkLst>
            <pc:docMk/>
            <pc:sldMk cId="959949643" sldId="259"/>
            <ac:spMk id="5" creationId="{01E74949-C5C9-9CC4-4746-402E214CE822}"/>
          </ac:spMkLst>
        </pc:spChg>
        <pc:spChg chg="add mod">
          <ac:chgData name="哲久 中村" userId="959916a84418345a" providerId="LiveId" clId="{6BCA243E-5727-4668-815C-C8F09919B4B7}" dt="2024-03-09T14:16:27.690" v="322" actId="1582"/>
          <ac:spMkLst>
            <pc:docMk/>
            <pc:sldMk cId="959949643" sldId="259"/>
            <ac:spMk id="7" creationId="{CBF075D7-EDCA-D127-B7B1-809E89458C8B}"/>
          </ac:spMkLst>
        </pc:spChg>
        <pc:spChg chg="add mod">
          <ac:chgData name="哲久 中村" userId="959916a84418345a" providerId="LiveId" clId="{6BCA243E-5727-4668-815C-C8F09919B4B7}" dt="2024-03-09T14:16:45.502" v="328" actId="14100"/>
          <ac:spMkLst>
            <pc:docMk/>
            <pc:sldMk cId="959949643" sldId="259"/>
            <ac:spMk id="8" creationId="{0E6C0D14-E4D2-D6E3-EC8B-6C1EAD8482C5}"/>
          </ac:spMkLst>
        </pc:spChg>
        <pc:spChg chg="add mod">
          <ac:chgData name="哲久 中村" userId="959916a84418345a" providerId="LiveId" clId="{6BCA243E-5727-4668-815C-C8F09919B4B7}" dt="2024-03-09T14:16:54.687" v="330" actId="1076"/>
          <ac:spMkLst>
            <pc:docMk/>
            <pc:sldMk cId="959949643" sldId="259"/>
            <ac:spMk id="10" creationId="{A9469F0B-B2D9-21EC-6383-59DC35B0442A}"/>
          </ac:spMkLst>
        </pc:spChg>
        <pc:spChg chg="add mod">
          <ac:chgData name="哲久 中村" userId="959916a84418345a" providerId="LiveId" clId="{6BCA243E-5727-4668-815C-C8F09919B4B7}" dt="2024-03-09T14:18:15.420" v="366" actId="20577"/>
          <ac:spMkLst>
            <pc:docMk/>
            <pc:sldMk cId="959949643" sldId="259"/>
            <ac:spMk id="11" creationId="{68C1CE59-1937-DCD6-2FF1-06763C77C4F0}"/>
          </ac:spMkLst>
        </pc:spChg>
        <pc:spChg chg="add mod">
          <ac:chgData name="哲久 中村" userId="959916a84418345a" providerId="LiveId" clId="{6BCA243E-5727-4668-815C-C8F09919B4B7}" dt="2024-03-09T14:17:57.558" v="358" actId="20577"/>
          <ac:spMkLst>
            <pc:docMk/>
            <pc:sldMk cId="959949643" sldId="259"/>
            <ac:spMk id="12" creationId="{DD8626D2-325F-BFEC-258C-CB0B9061BFC2}"/>
          </ac:spMkLst>
        </pc:spChg>
        <pc:spChg chg="add mod">
          <ac:chgData name="哲久 中村" userId="959916a84418345a" providerId="LiveId" clId="{6BCA243E-5727-4668-815C-C8F09919B4B7}" dt="2024-03-09T14:18:10.473" v="363" actId="20577"/>
          <ac:spMkLst>
            <pc:docMk/>
            <pc:sldMk cId="959949643" sldId="259"/>
            <ac:spMk id="13" creationId="{85E09D20-E3D0-0E91-A72D-199A6BE6D109}"/>
          </ac:spMkLst>
        </pc:spChg>
        <pc:picChg chg="add mod ord">
          <ac:chgData name="哲久 中村" userId="959916a84418345a" providerId="LiveId" clId="{6BCA243E-5727-4668-815C-C8F09919B4B7}" dt="2024-03-09T14:16:42.199" v="327" actId="1076"/>
          <ac:picMkLst>
            <pc:docMk/>
            <pc:sldMk cId="959949643" sldId="259"/>
            <ac:picMk id="6" creationId="{A583BC13-78CD-FFAB-D5CE-3CEE9BC9C9AF}"/>
          </ac:picMkLst>
        </pc:picChg>
        <pc:picChg chg="del">
          <ac:chgData name="哲久 中村" userId="959916a84418345a" providerId="LiveId" clId="{6BCA243E-5727-4668-815C-C8F09919B4B7}" dt="2024-03-09T14:12:45.004" v="208" actId="478"/>
          <ac:picMkLst>
            <pc:docMk/>
            <pc:sldMk cId="959949643" sldId="259"/>
            <ac:picMk id="9" creationId="{55C8ABD8-16D1-A05F-CD26-1BA4BD4DB071}"/>
          </ac:picMkLst>
        </pc:picChg>
      </pc:sldChg>
      <pc:sldChg chg="addSp delSp modSp add del mod">
        <pc:chgData name="哲久 中村" userId="959916a84418345a" providerId="LiveId" clId="{6BCA243E-5727-4668-815C-C8F09919B4B7}" dt="2024-03-09T14:27:28.107" v="813" actId="2696"/>
        <pc:sldMkLst>
          <pc:docMk/>
          <pc:sldMk cId="2706386000" sldId="260"/>
        </pc:sldMkLst>
        <pc:spChg chg="add mod">
          <ac:chgData name="哲久 中村" userId="959916a84418345a" providerId="LiveId" clId="{6BCA243E-5727-4668-815C-C8F09919B4B7}" dt="2024-03-09T14:25:09.006" v="745" actId="20577"/>
          <ac:spMkLst>
            <pc:docMk/>
            <pc:sldMk cId="2706386000" sldId="260"/>
            <ac:spMk id="5" creationId="{B8FA7BA3-9CCB-CB01-93C4-5DEB0D3C6B7C}"/>
          </ac:spMkLst>
        </pc:spChg>
        <pc:picChg chg="del">
          <ac:chgData name="哲久 中村" userId="959916a84418345a" providerId="LiveId" clId="{6BCA243E-5727-4668-815C-C8F09919B4B7}" dt="2024-03-09T14:14:38.284" v="315" actId="478"/>
          <ac:picMkLst>
            <pc:docMk/>
            <pc:sldMk cId="2706386000" sldId="260"/>
            <ac:picMk id="6" creationId="{8D047AEB-D145-FE52-A6C1-E01F016AE385}"/>
          </ac:picMkLst>
        </pc:picChg>
      </pc:sldChg>
      <pc:sldChg chg="addSp modSp add mod modAnim">
        <pc:chgData name="哲久 中村" userId="959916a84418345a" providerId="LiveId" clId="{6BCA243E-5727-4668-815C-C8F09919B4B7}" dt="2024-03-10T14:07:59.234" v="8816" actId="14100"/>
        <pc:sldMkLst>
          <pc:docMk/>
          <pc:sldMk cId="2814358893" sldId="261"/>
        </pc:sldMkLst>
        <pc:spChg chg="add mod">
          <ac:chgData name="哲久 中村" userId="959916a84418345a" providerId="LiveId" clId="{6BCA243E-5727-4668-815C-C8F09919B4B7}" dt="2024-03-10T14:07:59.234" v="8816" actId="14100"/>
          <ac:spMkLst>
            <pc:docMk/>
            <pc:sldMk cId="2814358893" sldId="261"/>
            <ac:spMk id="3" creationId="{A49F5C51-4908-0E5E-44FB-04ABB4B36FFF}"/>
          </ac:spMkLst>
        </pc:spChg>
        <pc:spChg chg="mod">
          <ac:chgData name="哲久 中村" userId="959916a84418345a" providerId="LiveId" clId="{6BCA243E-5727-4668-815C-C8F09919B4B7}" dt="2024-03-10T14:07:51.429" v="8814" actId="14100"/>
          <ac:spMkLst>
            <pc:docMk/>
            <pc:sldMk cId="2814358893" sldId="261"/>
            <ac:spMk id="5" creationId="{FD07E27D-0BCE-E39F-ECE3-0567A863A496}"/>
          </ac:spMkLst>
        </pc:spChg>
      </pc:sldChg>
      <pc:sldChg chg="modSp add mod">
        <pc:chgData name="哲久 中村" userId="959916a84418345a" providerId="LiveId" clId="{6BCA243E-5727-4668-815C-C8F09919B4B7}" dt="2024-03-10T14:08:35.600" v="8824" actId="20577"/>
        <pc:sldMkLst>
          <pc:docMk/>
          <pc:sldMk cId="91309799" sldId="262"/>
        </pc:sldMkLst>
        <pc:spChg chg="mod">
          <ac:chgData name="哲久 中村" userId="959916a84418345a" providerId="LiveId" clId="{6BCA243E-5727-4668-815C-C8F09919B4B7}" dt="2024-03-09T14:30:46.609" v="839" actId="20577"/>
          <ac:spMkLst>
            <pc:docMk/>
            <pc:sldMk cId="91309799" sldId="262"/>
            <ac:spMk id="2" creationId="{E172311C-D38E-8445-8948-ED238E7FBA2E}"/>
          </ac:spMkLst>
        </pc:spChg>
        <pc:spChg chg="mod">
          <ac:chgData name="哲久 中村" userId="959916a84418345a" providerId="LiveId" clId="{6BCA243E-5727-4668-815C-C8F09919B4B7}" dt="2024-03-10T14:08:35.600" v="8824" actId="20577"/>
          <ac:spMkLst>
            <pc:docMk/>
            <pc:sldMk cId="91309799" sldId="262"/>
            <ac:spMk id="5" creationId="{9B623CFE-1280-EBA2-59EF-D29BBEFBCFC7}"/>
          </ac:spMkLst>
        </pc:spChg>
      </pc:sldChg>
      <pc:sldChg chg="addSp delSp modSp add mod delAnim modAnim">
        <pc:chgData name="哲久 中村" userId="959916a84418345a" providerId="LiveId" clId="{6BCA243E-5727-4668-815C-C8F09919B4B7}" dt="2024-03-10T03:28:55.172" v="8091" actId="20577"/>
        <pc:sldMkLst>
          <pc:docMk/>
          <pc:sldMk cId="2487541552" sldId="263"/>
        </pc:sldMkLst>
        <pc:spChg chg="mod">
          <ac:chgData name="哲久 中村" userId="959916a84418345a" providerId="LiveId" clId="{6BCA243E-5727-4668-815C-C8F09919B4B7}" dt="2024-03-10T03:15:53.919" v="7379" actId="20577"/>
          <ac:spMkLst>
            <pc:docMk/>
            <pc:sldMk cId="2487541552" sldId="263"/>
            <ac:spMk id="2" creationId="{44DC371D-D4B3-3553-8BBD-256DA4FA7208}"/>
          </ac:spMkLst>
        </pc:spChg>
        <pc:spChg chg="add del mod">
          <ac:chgData name="哲久 中村" userId="959916a84418345a" providerId="LiveId" clId="{6BCA243E-5727-4668-815C-C8F09919B4B7}" dt="2024-03-10T03:15:44.876" v="7369" actId="478"/>
          <ac:spMkLst>
            <pc:docMk/>
            <pc:sldMk cId="2487541552" sldId="263"/>
            <ac:spMk id="3" creationId="{73694C24-9964-2E31-2F11-B89563FCAAAC}"/>
          </ac:spMkLst>
        </pc:spChg>
        <pc:spChg chg="mod">
          <ac:chgData name="哲久 中村" userId="959916a84418345a" providerId="LiveId" clId="{6BCA243E-5727-4668-815C-C8F09919B4B7}" dt="2024-03-10T03:28:55.172" v="8091" actId="20577"/>
          <ac:spMkLst>
            <pc:docMk/>
            <pc:sldMk cId="2487541552" sldId="263"/>
            <ac:spMk id="5" creationId="{0C380DC3-0EBE-D602-BC84-570EA7BF55FC}"/>
          </ac:spMkLst>
        </pc:spChg>
      </pc:sldChg>
      <pc:sldChg chg="addSp delSp modSp add mod modAnim">
        <pc:chgData name="哲久 中村" userId="959916a84418345a" providerId="LiveId" clId="{6BCA243E-5727-4668-815C-C8F09919B4B7}" dt="2024-03-10T03:06:47.194" v="6599"/>
        <pc:sldMkLst>
          <pc:docMk/>
          <pc:sldMk cId="1964651802" sldId="264"/>
        </pc:sldMkLst>
        <pc:spChg chg="mod">
          <ac:chgData name="哲久 中村" userId="959916a84418345a" providerId="LiveId" clId="{6BCA243E-5727-4668-815C-C8F09919B4B7}" dt="2024-03-09T14:35:43.642" v="1267" actId="20577"/>
          <ac:spMkLst>
            <pc:docMk/>
            <pc:sldMk cId="1964651802" sldId="264"/>
            <ac:spMk id="2" creationId="{1A0E649E-F7C7-DBDF-8C71-42439A5B8056}"/>
          </ac:spMkLst>
        </pc:spChg>
        <pc:spChg chg="del mod">
          <ac:chgData name="哲久 中村" userId="959916a84418345a" providerId="LiveId" clId="{6BCA243E-5727-4668-815C-C8F09919B4B7}" dt="2024-03-10T02:12:12.512" v="5210" actId="22"/>
          <ac:spMkLst>
            <pc:docMk/>
            <pc:sldMk cId="1964651802" sldId="264"/>
            <ac:spMk id="5" creationId="{8F4CBB57-84B8-05C3-9E04-9A456D20E5DC}"/>
          </ac:spMkLst>
        </pc:spChg>
        <pc:spChg chg="add mod">
          <ac:chgData name="哲久 中村" userId="959916a84418345a" providerId="LiveId" clId="{6BCA243E-5727-4668-815C-C8F09919B4B7}" dt="2024-03-10T03:04:57.594" v="6559" actId="1076"/>
          <ac:spMkLst>
            <pc:docMk/>
            <pc:sldMk cId="1964651802" sldId="264"/>
            <ac:spMk id="8" creationId="{E6EE8483-5B73-F072-2025-348AB74BC60B}"/>
          </ac:spMkLst>
        </pc:spChg>
        <pc:spChg chg="add mod">
          <ac:chgData name="哲久 中村" userId="959916a84418345a" providerId="LiveId" clId="{6BCA243E-5727-4668-815C-C8F09919B4B7}" dt="2024-03-10T03:06:42.943" v="6598" actId="1076"/>
          <ac:spMkLst>
            <pc:docMk/>
            <pc:sldMk cId="1964651802" sldId="264"/>
            <ac:spMk id="9" creationId="{4CB936BE-1A1F-8395-4DB9-E92CE52D6FC1}"/>
          </ac:spMkLst>
        </pc:spChg>
        <pc:picChg chg="add mod ord">
          <ac:chgData name="哲久 中村" userId="959916a84418345a" providerId="LiveId" clId="{6BCA243E-5727-4668-815C-C8F09919B4B7}" dt="2024-03-10T03:05:14.707" v="6562" actId="14100"/>
          <ac:picMkLst>
            <pc:docMk/>
            <pc:sldMk cId="1964651802" sldId="264"/>
            <ac:picMk id="6" creationId="{3E54BE6D-313A-A8B2-E2CC-AE9BE7501B6A}"/>
          </ac:picMkLst>
        </pc:picChg>
      </pc:sldChg>
      <pc:sldChg chg="addSp modSp add mod">
        <pc:chgData name="哲久 中村" userId="959916a84418345a" providerId="LiveId" clId="{6BCA243E-5727-4668-815C-C8F09919B4B7}" dt="2024-03-10T14:06:14.320" v="8796" actId="20577"/>
        <pc:sldMkLst>
          <pc:docMk/>
          <pc:sldMk cId="3482633037" sldId="265"/>
        </pc:sldMkLst>
        <pc:spChg chg="mod">
          <ac:chgData name="哲久 中村" userId="959916a84418345a" providerId="LiveId" clId="{6BCA243E-5727-4668-815C-C8F09919B4B7}" dt="2024-03-09T14:36:36.783" v="1323" actId="20577"/>
          <ac:spMkLst>
            <pc:docMk/>
            <pc:sldMk cId="3482633037" sldId="265"/>
            <ac:spMk id="2" creationId="{A4069FC2-5497-D064-0E8C-791A8A65C213}"/>
          </ac:spMkLst>
        </pc:spChg>
        <pc:spChg chg="add mod">
          <ac:chgData name="哲久 中村" userId="959916a84418345a" providerId="LiveId" clId="{6BCA243E-5727-4668-815C-C8F09919B4B7}" dt="2024-03-10T14:06:10.952" v="8794" actId="20577"/>
          <ac:spMkLst>
            <pc:docMk/>
            <pc:sldMk cId="3482633037" sldId="265"/>
            <ac:spMk id="3" creationId="{B4352761-4328-FA96-5879-8D193BF462DE}"/>
          </ac:spMkLst>
        </pc:spChg>
        <pc:spChg chg="mod">
          <ac:chgData name="哲久 中村" userId="959916a84418345a" providerId="LiveId" clId="{6BCA243E-5727-4668-815C-C8F09919B4B7}" dt="2024-03-10T14:06:14.320" v="8796" actId="20577"/>
          <ac:spMkLst>
            <pc:docMk/>
            <pc:sldMk cId="3482633037" sldId="265"/>
            <ac:spMk id="5" creationId="{BA99D7F2-8B8D-3261-0958-B3F58E3AD316}"/>
          </ac:spMkLst>
        </pc:spChg>
      </pc:sldChg>
      <pc:sldChg chg="modSp add mod">
        <pc:chgData name="哲久 中村" userId="959916a84418345a" providerId="LiveId" clId="{6BCA243E-5727-4668-815C-C8F09919B4B7}" dt="2024-03-10T14:12:12.169" v="8847" actId="14100"/>
        <pc:sldMkLst>
          <pc:docMk/>
          <pc:sldMk cId="1069135468" sldId="266"/>
        </pc:sldMkLst>
        <pc:spChg chg="mod">
          <ac:chgData name="哲久 中村" userId="959916a84418345a" providerId="LiveId" clId="{6BCA243E-5727-4668-815C-C8F09919B4B7}" dt="2024-03-09T14:36:50.421" v="1345" actId="20577"/>
          <ac:spMkLst>
            <pc:docMk/>
            <pc:sldMk cId="1069135468" sldId="266"/>
            <ac:spMk id="2" creationId="{363EF01B-9FEF-A3E5-BF36-754C2423E955}"/>
          </ac:spMkLst>
        </pc:spChg>
        <pc:spChg chg="mod">
          <ac:chgData name="哲久 中村" userId="959916a84418345a" providerId="LiveId" clId="{6BCA243E-5727-4668-815C-C8F09919B4B7}" dt="2024-03-10T14:12:12.169" v="8847" actId="14100"/>
          <ac:spMkLst>
            <pc:docMk/>
            <pc:sldMk cId="1069135468" sldId="266"/>
            <ac:spMk id="5" creationId="{192170C8-ACDC-BD5A-51B6-9680A1515B09}"/>
          </ac:spMkLst>
        </pc:spChg>
      </pc:sldChg>
      <pc:sldChg chg="addSp modSp add mod">
        <pc:chgData name="哲久 中村" userId="959916a84418345a" providerId="LiveId" clId="{6BCA243E-5727-4668-815C-C8F09919B4B7}" dt="2024-03-10T02:46:24.999" v="5896" actId="20577"/>
        <pc:sldMkLst>
          <pc:docMk/>
          <pc:sldMk cId="468919532" sldId="267"/>
        </pc:sldMkLst>
        <pc:spChg chg="mod">
          <ac:chgData name="哲久 中村" userId="959916a84418345a" providerId="LiveId" clId="{6BCA243E-5727-4668-815C-C8F09919B4B7}" dt="2024-03-09T14:38:00.659" v="1365" actId="20577"/>
          <ac:spMkLst>
            <pc:docMk/>
            <pc:sldMk cId="468919532" sldId="267"/>
            <ac:spMk id="2" creationId="{2CE1522A-98E5-34E4-682C-12C02EF7E88E}"/>
          </ac:spMkLst>
        </pc:spChg>
        <pc:spChg chg="mod">
          <ac:chgData name="哲久 中村" userId="959916a84418345a" providerId="LiveId" clId="{6BCA243E-5727-4668-815C-C8F09919B4B7}" dt="2024-03-10T02:46:24.999" v="5896" actId="20577"/>
          <ac:spMkLst>
            <pc:docMk/>
            <pc:sldMk cId="468919532" sldId="267"/>
            <ac:spMk id="5" creationId="{DB4250A7-C3F2-3E0A-A71A-69ED4957B190}"/>
          </ac:spMkLst>
        </pc:spChg>
        <pc:graphicFrameChg chg="add mod modGraphic">
          <ac:chgData name="哲久 中村" userId="959916a84418345a" providerId="LiveId" clId="{6BCA243E-5727-4668-815C-C8F09919B4B7}" dt="2024-03-10T02:46:15.487" v="5887" actId="1076"/>
          <ac:graphicFrameMkLst>
            <pc:docMk/>
            <pc:sldMk cId="468919532" sldId="267"/>
            <ac:graphicFrameMk id="3" creationId="{2F7D0A39-AFC3-5E86-BBAE-E48B0DF925B0}"/>
          </ac:graphicFrameMkLst>
        </pc:graphicFrameChg>
      </pc:sldChg>
      <pc:sldChg chg="modSp add mod">
        <pc:chgData name="哲久 中村" userId="959916a84418345a" providerId="LiveId" clId="{6BCA243E-5727-4668-815C-C8F09919B4B7}" dt="2024-03-10T14:12:29.814" v="8852" actId="403"/>
        <pc:sldMkLst>
          <pc:docMk/>
          <pc:sldMk cId="1783572280" sldId="268"/>
        </pc:sldMkLst>
        <pc:spChg chg="mod">
          <ac:chgData name="哲久 中村" userId="959916a84418345a" providerId="LiveId" clId="{6BCA243E-5727-4668-815C-C8F09919B4B7}" dt="2024-03-10T02:43:36.243" v="5842" actId="20577"/>
          <ac:spMkLst>
            <pc:docMk/>
            <pc:sldMk cId="1783572280" sldId="268"/>
            <ac:spMk id="2" creationId="{7AF5554F-705F-CE03-0BEB-954E0E27BBA7}"/>
          </ac:spMkLst>
        </pc:spChg>
        <pc:spChg chg="mod">
          <ac:chgData name="哲久 中村" userId="959916a84418345a" providerId="LiveId" clId="{6BCA243E-5727-4668-815C-C8F09919B4B7}" dt="2024-03-10T14:12:29.814" v="8852" actId="403"/>
          <ac:spMkLst>
            <pc:docMk/>
            <pc:sldMk cId="1783572280" sldId="268"/>
            <ac:spMk id="5" creationId="{44028B62-53C5-67CC-E780-FD58D9C67E80}"/>
          </ac:spMkLst>
        </pc:spChg>
      </pc:sldChg>
      <pc:sldChg chg="addSp delSp modSp add mod ord">
        <pc:chgData name="哲久 中村" userId="959916a84418345a" providerId="LiveId" clId="{6BCA243E-5727-4668-815C-C8F09919B4B7}" dt="2024-03-09T14:52:52.904" v="1809" actId="478"/>
        <pc:sldMkLst>
          <pc:docMk/>
          <pc:sldMk cId="2943337862" sldId="269"/>
        </pc:sldMkLst>
        <pc:spChg chg="mod">
          <ac:chgData name="哲久 中村" userId="959916a84418345a" providerId="LiveId" clId="{6BCA243E-5727-4668-815C-C8F09919B4B7}" dt="2024-03-09T14:45:58.989" v="1683" actId="1076"/>
          <ac:spMkLst>
            <pc:docMk/>
            <pc:sldMk cId="2943337862" sldId="269"/>
            <ac:spMk id="2" creationId="{9231600C-8DF7-419B-9C43-4A54D030B082}"/>
          </ac:spMkLst>
        </pc:spChg>
        <pc:spChg chg="mod">
          <ac:chgData name="哲久 中村" userId="959916a84418345a" providerId="LiveId" clId="{6BCA243E-5727-4668-815C-C8F09919B4B7}" dt="2024-03-09T14:46:21.130" v="1685" actId="14100"/>
          <ac:spMkLst>
            <pc:docMk/>
            <pc:sldMk cId="2943337862" sldId="269"/>
            <ac:spMk id="4" creationId="{586AD9B2-214D-A085-02A7-B048D82A66B2}"/>
          </ac:spMkLst>
        </pc:spChg>
        <pc:spChg chg="mod">
          <ac:chgData name="哲久 中村" userId="959916a84418345a" providerId="LiveId" clId="{6BCA243E-5727-4668-815C-C8F09919B4B7}" dt="2024-03-09T14:47:56.847" v="1732" actId="20577"/>
          <ac:spMkLst>
            <pc:docMk/>
            <pc:sldMk cId="2943337862" sldId="269"/>
            <ac:spMk id="5" creationId="{02DF2276-714E-3ECC-CFAB-1B2150754003}"/>
          </ac:spMkLst>
        </pc:spChg>
        <pc:spChg chg="add mod">
          <ac:chgData name="哲久 中村" userId="959916a84418345a" providerId="LiveId" clId="{6BCA243E-5727-4668-815C-C8F09919B4B7}" dt="2024-03-09T14:49:30.960" v="1743" actId="1076"/>
          <ac:spMkLst>
            <pc:docMk/>
            <pc:sldMk cId="2943337862" sldId="269"/>
            <ac:spMk id="7" creationId="{07C38D58-9F79-09EF-4647-3F8523E43E3A}"/>
          </ac:spMkLst>
        </pc:spChg>
        <pc:spChg chg="add del mod">
          <ac:chgData name="哲久 中村" userId="959916a84418345a" providerId="LiveId" clId="{6BCA243E-5727-4668-815C-C8F09919B4B7}" dt="2024-03-09T14:52:52.904" v="1809" actId="478"/>
          <ac:spMkLst>
            <pc:docMk/>
            <pc:sldMk cId="2943337862" sldId="269"/>
            <ac:spMk id="8" creationId="{AD781505-80D3-DC53-F743-97B32DFB31B5}"/>
          </ac:spMkLst>
        </pc:spChg>
        <pc:spChg chg="add mod">
          <ac:chgData name="哲久 中村" userId="959916a84418345a" providerId="LiveId" clId="{6BCA243E-5727-4668-815C-C8F09919B4B7}" dt="2024-03-09T14:50:27.351" v="1774" actId="1076"/>
          <ac:spMkLst>
            <pc:docMk/>
            <pc:sldMk cId="2943337862" sldId="269"/>
            <ac:spMk id="10" creationId="{254B48D9-4128-8A74-7BCA-F57550E59D1F}"/>
          </ac:spMkLst>
        </pc:spChg>
        <pc:spChg chg="add del mod">
          <ac:chgData name="哲久 中村" userId="959916a84418345a" providerId="LiveId" clId="{6BCA243E-5727-4668-815C-C8F09919B4B7}" dt="2024-03-09T14:52:45.483" v="1807" actId="478"/>
          <ac:spMkLst>
            <pc:docMk/>
            <pc:sldMk cId="2943337862" sldId="269"/>
            <ac:spMk id="11" creationId="{86A3582E-7D75-4DA6-6FF2-36F9EA751348}"/>
          </ac:spMkLst>
        </pc:spChg>
        <pc:spChg chg="add mod">
          <ac:chgData name="哲久 中村" userId="959916a84418345a" providerId="LiveId" clId="{6BCA243E-5727-4668-815C-C8F09919B4B7}" dt="2024-03-09T14:51:16.748" v="1797" actId="1582"/>
          <ac:spMkLst>
            <pc:docMk/>
            <pc:sldMk cId="2943337862" sldId="269"/>
            <ac:spMk id="12" creationId="{8928A58C-30C9-9F7E-AC5F-6B40F600AA30}"/>
          </ac:spMkLst>
        </pc:spChg>
        <pc:spChg chg="add del mod">
          <ac:chgData name="哲久 中村" userId="959916a84418345a" providerId="LiveId" clId="{6BCA243E-5727-4668-815C-C8F09919B4B7}" dt="2024-03-09T14:52:40.833" v="1806" actId="478"/>
          <ac:spMkLst>
            <pc:docMk/>
            <pc:sldMk cId="2943337862" sldId="269"/>
            <ac:spMk id="13" creationId="{22778473-5BE8-13B0-0C07-59FD2083BA9C}"/>
          </ac:spMkLst>
        </pc:spChg>
        <pc:picChg chg="add mod ord">
          <ac:chgData name="哲久 中村" userId="959916a84418345a" providerId="LiveId" clId="{6BCA243E-5727-4668-815C-C8F09919B4B7}" dt="2024-03-09T14:46:10.134" v="1684" actId="167"/>
          <ac:picMkLst>
            <pc:docMk/>
            <pc:sldMk cId="2943337862" sldId="269"/>
            <ac:picMk id="6" creationId="{69D51AAB-278B-9797-7619-4D0DDECD7994}"/>
          </ac:picMkLst>
        </pc:picChg>
        <pc:picChg chg="del">
          <ac:chgData name="哲久 中村" userId="959916a84418345a" providerId="LiveId" clId="{6BCA243E-5727-4668-815C-C8F09919B4B7}" dt="2024-03-09T14:39:16.570" v="1374" actId="478"/>
          <ac:picMkLst>
            <pc:docMk/>
            <pc:sldMk cId="2943337862" sldId="269"/>
            <ac:picMk id="9" creationId="{DE515A6C-10C4-E8C6-EB8E-A848C4A728AE}"/>
          </ac:picMkLst>
        </pc:picChg>
        <pc:cxnChg chg="add mod">
          <ac:chgData name="哲久 中村" userId="959916a84418345a" providerId="LiveId" clId="{6BCA243E-5727-4668-815C-C8F09919B4B7}" dt="2024-03-09T14:51:54.438" v="1803" actId="1582"/>
          <ac:cxnSpMkLst>
            <pc:docMk/>
            <pc:sldMk cId="2943337862" sldId="269"/>
            <ac:cxnSpMk id="15" creationId="{8C645D76-B263-25A6-103D-61D7374FC79F}"/>
          </ac:cxnSpMkLst>
        </pc:cxnChg>
        <pc:cxnChg chg="add del mod">
          <ac:chgData name="哲久 中村" userId="959916a84418345a" providerId="LiveId" clId="{6BCA243E-5727-4668-815C-C8F09919B4B7}" dt="2024-03-09T14:52:48.482" v="1808" actId="478"/>
          <ac:cxnSpMkLst>
            <pc:docMk/>
            <pc:sldMk cId="2943337862" sldId="269"/>
            <ac:cxnSpMk id="16" creationId="{E2B57649-2190-8C55-EF2E-02384F0894BE}"/>
          </ac:cxnSpMkLst>
        </pc:cxnChg>
      </pc:sldChg>
      <pc:sldChg chg="addSp modSp add mod">
        <pc:chgData name="哲久 中村" userId="959916a84418345a" providerId="LiveId" clId="{6BCA243E-5727-4668-815C-C8F09919B4B7}" dt="2024-03-13T02:26:54.188" v="8883" actId="1076"/>
        <pc:sldMkLst>
          <pc:docMk/>
          <pc:sldMk cId="1757015103" sldId="270"/>
        </pc:sldMkLst>
        <pc:spChg chg="mod">
          <ac:chgData name="哲久 中村" userId="959916a84418345a" providerId="LiveId" clId="{6BCA243E-5727-4668-815C-C8F09919B4B7}" dt="2024-03-09T22:49:02.199" v="2300" actId="20577"/>
          <ac:spMkLst>
            <pc:docMk/>
            <pc:sldMk cId="1757015103" sldId="270"/>
            <ac:spMk id="2" creationId="{04541BF3-D599-6E8D-A3A1-A5C074665FBE}"/>
          </ac:spMkLst>
        </pc:spChg>
        <pc:spChg chg="mod">
          <ac:chgData name="哲久 中村" userId="959916a84418345a" providerId="LiveId" clId="{6BCA243E-5727-4668-815C-C8F09919B4B7}" dt="2024-03-13T02:26:48.511" v="8881" actId="1076"/>
          <ac:spMkLst>
            <pc:docMk/>
            <pc:sldMk cId="1757015103" sldId="270"/>
            <ac:spMk id="5" creationId="{5620375F-4EF1-3DC5-98B8-3B55D5F74F5F}"/>
          </ac:spMkLst>
        </pc:spChg>
        <pc:picChg chg="add mod ord">
          <ac:chgData name="哲久 中村" userId="959916a84418345a" providerId="LiveId" clId="{6BCA243E-5727-4668-815C-C8F09919B4B7}" dt="2024-03-13T02:26:54.188" v="8883" actId="1076"/>
          <ac:picMkLst>
            <pc:docMk/>
            <pc:sldMk cId="1757015103" sldId="270"/>
            <ac:picMk id="6" creationId="{B97982DE-810B-1A62-7009-770963BA9870}"/>
          </ac:picMkLst>
        </pc:picChg>
      </pc:sldChg>
      <pc:sldChg chg="addSp delSp modSp add mod">
        <pc:chgData name="哲久 中村" userId="959916a84418345a" providerId="LiveId" clId="{6BCA243E-5727-4668-815C-C8F09919B4B7}" dt="2024-03-13T02:25:37.679" v="8867" actId="14100"/>
        <pc:sldMkLst>
          <pc:docMk/>
          <pc:sldMk cId="1398997767" sldId="271"/>
        </pc:sldMkLst>
        <pc:spChg chg="mod">
          <ac:chgData name="哲久 中村" userId="959916a84418345a" providerId="LiveId" clId="{6BCA243E-5727-4668-815C-C8F09919B4B7}" dt="2024-03-09T22:54:40.335" v="2785" actId="20577"/>
          <ac:spMkLst>
            <pc:docMk/>
            <pc:sldMk cId="1398997767" sldId="271"/>
            <ac:spMk id="2" creationId="{21D8892E-149E-62B0-0C9B-0DCFA53F6608}"/>
          </ac:spMkLst>
        </pc:spChg>
        <pc:spChg chg="mod">
          <ac:chgData name="哲久 中村" userId="959916a84418345a" providerId="LiveId" clId="{6BCA243E-5727-4668-815C-C8F09919B4B7}" dt="2024-03-13T02:25:24.373" v="8865" actId="20577"/>
          <ac:spMkLst>
            <pc:docMk/>
            <pc:sldMk cId="1398997767" sldId="271"/>
            <ac:spMk id="5" creationId="{E0F01402-414E-DE34-6A38-94273AC91FB3}"/>
          </ac:spMkLst>
        </pc:spChg>
        <pc:picChg chg="del">
          <ac:chgData name="哲久 中村" userId="959916a84418345a" providerId="LiveId" clId="{6BCA243E-5727-4668-815C-C8F09919B4B7}" dt="2024-03-09T22:55:00.062" v="2786" actId="478"/>
          <ac:picMkLst>
            <pc:docMk/>
            <pc:sldMk cId="1398997767" sldId="271"/>
            <ac:picMk id="6" creationId="{09124E2D-034D-099E-97EB-4F8A6478B2FF}"/>
          </ac:picMkLst>
        </pc:picChg>
        <pc:picChg chg="add mod ord">
          <ac:chgData name="哲久 中村" userId="959916a84418345a" providerId="LiveId" clId="{6BCA243E-5727-4668-815C-C8F09919B4B7}" dt="2024-03-13T02:25:37.679" v="8867" actId="14100"/>
          <ac:picMkLst>
            <pc:docMk/>
            <pc:sldMk cId="1398997767" sldId="271"/>
            <ac:picMk id="7" creationId="{F7E6B75F-6DED-BA42-75D9-4898A5CB213B}"/>
          </ac:picMkLst>
        </pc:picChg>
      </pc:sldChg>
      <pc:sldChg chg="addSp delSp modSp add mod">
        <pc:chgData name="哲久 中村" userId="959916a84418345a" providerId="LiveId" clId="{6BCA243E-5727-4668-815C-C8F09919B4B7}" dt="2024-03-09T23:02:51.742" v="3512" actId="14100"/>
        <pc:sldMkLst>
          <pc:docMk/>
          <pc:sldMk cId="3700848117" sldId="272"/>
        </pc:sldMkLst>
        <pc:spChg chg="mod">
          <ac:chgData name="哲久 中村" userId="959916a84418345a" providerId="LiveId" clId="{6BCA243E-5727-4668-815C-C8F09919B4B7}" dt="2024-03-09T22:59:43.985" v="3214" actId="20577"/>
          <ac:spMkLst>
            <pc:docMk/>
            <pc:sldMk cId="3700848117" sldId="272"/>
            <ac:spMk id="2" creationId="{92AFA192-CDD8-31D5-BD9F-F6C6F34E7FF8}"/>
          </ac:spMkLst>
        </pc:spChg>
        <pc:spChg chg="mod">
          <ac:chgData name="哲久 中村" userId="959916a84418345a" providerId="LiveId" clId="{6BCA243E-5727-4668-815C-C8F09919B4B7}" dt="2024-03-09T23:02:14.271" v="3508" actId="27636"/>
          <ac:spMkLst>
            <pc:docMk/>
            <pc:sldMk cId="3700848117" sldId="272"/>
            <ac:spMk id="5" creationId="{050E36F2-C7B3-319D-9B4F-E688D8DD80C7}"/>
          </ac:spMkLst>
        </pc:spChg>
        <pc:picChg chg="add mod">
          <ac:chgData name="哲久 中村" userId="959916a84418345a" providerId="LiveId" clId="{6BCA243E-5727-4668-815C-C8F09919B4B7}" dt="2024-03-09T23:02:51.742" v="3512" actId="14100"/>
          <ac:picMkLst>
            <pc:docMk/>
            <pc:sldMk cId="3700848117" sldId="272"/>
            <ac:picMk id="6" creationId="{63253B9E-336A-6254-F0B4-E1ABFA09C659}"/>
          </ac:picMkLst>
        </pc:picChg>
        <pc:picChg chg="del">
          <ac:chgData name="哲久 中村" userId="959916a84418345a" providerId="LiveId" clId="{6BCA243E-5727-4668-815C-C8F09919B4B7}" dt="2024-03-09T22:59:56.071" v="3216" actId="478"/>
          <ac:picMkLst>
            <pc:docMk/>
            <pc:sldMk cId="3700848117" sldId="272"/>
            <ac:picMk id="7" creationId="{02486438-A03A-7E29-8BF0-4E3E23C2A5F1}"/>
          </ac:picMkLst>
        </pc:picChg>
      </pc:sldChg>
      <pc:sldChg chg="addSp delSp modSp add mod">
        <pc:chgData name="哲久 中村" userId="959916a84418345a" providerId="LiveId" clId="{6BCA243E-5727-4668-815C-C8F09919B4B7}" dt="2024-03-13T02:44:30.891" v="9905" actId="20577"/>
        <pc:sldMkLst>
          <pc:docMk/>
          <pc:sldMk cId="3033755593" sldId="273"/>
        </pc:sldMkLst>
        <pc:spChg chg="mod">
          <ac:chgData name="哲久 中村" userId="959916a84418345a" providerId="LiveId" clId="{6BCA243E-5727-4668-815C-C8F09919B4B7}" dt="2024-03-09T23:03:09.763" v="3522" actId="20577"/>
          <ac:spMkLst>
            <pc:docMk/>
            <pc:sldMk cId="3033755593" sldId="273"/>
            <ac:spMk id="2" creationId="{FD003CE7-C120-450B-7079-12E168434C16}"/>
          </ac:spMkLst>
        </pc:spChg>
        <pc:spChg chg="mod">
          <ac:chgData name="哲久 中村" userId="959916a84418345a" providerId="LiveId" clId="{6BCA243E-5727-4668-815C-C8F09919B4B7}" dt="2024-03-13T02:44:30.891" v="9905" actId="20577"/>
          <ac:spMkLst>
            <pc:docMk/>
            <pc:sldMk cId="3033755593" sldId="273"/>
            <ac:spMk id="5" creationId="{CDBEA6D4-6098-EFB2-B40B-3F79494973B3}"/>
          </ac:spMkLst>
        </pc:spChg>
        <pc:picChg chg="del">
          <ac:chgData name="哲久 中村" userId="959916a84418345a" providerId="LiveId" clId="{6BCA243E-5727-4668-815C-C8F09919B4B7}" dt="2024-03-09T23:03:16.711" v="3523" actId="478"/>
          <ac:picMkLst>
            <pc:docMk/>
            <pc:sldMk cId="3033755593" sldId="273"/>
            <ac:picMk id="6" creationId="{93ED3D4D-6311-C87C-02AB-0DE1AD9E00AB}"/>
          </ac:picMkLst>
        </pc:picChg>
        <pc:picChg chg="add mod">
          <ac:chgData name="哲久 中村" userId="959916a84418345a" providerId="LiveId" clId="{6BCA243E-5727-4668-815C-C8F09919B4B7}" dt="2024-03-10T01:36:31.849" v="3579" actId="14100"/>
          <ac:picMkLst>
            <pc:docMk/>
            <pc:sldMk cId="3033755593" sldId="273"/>
            <ac:picMk id="7" creationId="{5F1DB426-C0DE-A9FE-6E82-73663C0C637E}"/>
          </ac:picMkLst>
        </pc:picChg>
      </pc:sldChg>
      <pc:sldChg chg="delSp modSp add mod">
        <pc:chgData name="哲久 中村" userId="959916a84418345a" providerId="LiveId" clId="{6BCA243E-5727-4668-815C-C8F09919B4B7}" dt="2024-03-13T02:25:00.774" v="8863" actId="20577"/>
        <pc:sldMkLst>
          <pc:docMk/>
          <pc:sldMk cId="2116056456" sldId="274"/>
        </pc:sldMkLst>
        <pc:spChg chg="mod">
          <ac:chgData name="哲久 中村" userId="959916a84418345a" providerId="LiveId" clId="{6BCA243E-5727-4668-815C-C8F09919B4B7}" dt="2024-03-10T01:39:14.840" v="3587"/>
          <ac:spMkLst>
            <pc:docMk/>
            <pc:sldMk cId="2116056456" sldId="274"/>
            <ac:spMk id="2" creationId="{C8F225F1-A598-D53F-032B-90C0EE7B4DBF}"/>
          </ac:spMkLst>
        </pc:spChg>
        <pc:spChg chg="mod">
          <ac:chgData name="哲久 中村" userId="959916a84418345a" providerId="LiveId" clId="{6BCA243E-5727-4668-815C-C8F09919B4B7}" dt="2024-03-13T02:25:00.774" v="8863" actId="20577"/>
          <ac:spMkLst>
            <pc:docMk/>
            <pc:sldMk cId="2116056456" sldId="274"/>
            <ac:spMk id="5" creationId="{55C1C556-A5DD-D93C-A086-7AD8D4B46397}"/>
          </ac:spMkLst>
        </pc:spChg>
        <pc:picChg chg="del">
          <ac:chgData name="哲久 中村" userId="959916a84418345a" providerId="LiveId" clId="{6BCA243E-5727-4668-815C-C8F09919B4B7}" dt="2024-03-10T01:39:09.030" v="3581" actId="478"/>
          <ac:picMkLst>
            <pc:docMk/>
            <pc:sldMk cId="2116056456" sldId="274"/>
            <ac:picMk id="7" creationId="{A86DD471-740E-857B-D64F-ADD2296958E9}"/>
          </ac:picMkLst>
        </pc:picChg>
      </pc:sldChg>
      <pc:sldChg chg="modSp add mod">
        <pc:chgData name="哲久 中村" userId="959916a84418345a" providerId="LiveId" clId="{6BCA243E-5727-4668-815C-C8F09919B4B7}" dt="2024-03-13T02:29:39.778" v="8885" actId="20577"/>
        <pc:sldMkLst>
          <pc:docMk/>
          <pc:sldMk cId="671625718" sldId="275"/>
        </pc:sldMkLst>
        <pc:spChg chg="mod">
          <ac:chgData name="哲久 中村" userId="959916a84418345a" providerId="LiveId" clId="{6BCA243E-5727-4668-815C-C8F09919B4B7}" dt="2024-03-10T01:40:44.704" v="3694"/>
          <ac:spMkLst>
            <pc:docMk/>
            <pc:sldMk cId="671625718" sldId="275"/>
            <ac:spMk id="2" creationId="{4760A58E-9119-4CBF-1E33-AE3890BD9481}"/>
          </ac:spMkLst>
        </pc:spChg>
        <pc:spChg chg="mod">
          <ac:chgData name="哲久 中村" userId="959916a84418345a" providerId="LiveId" clId="{6BCA243E-5727-4668-815C-C8F09919B4B7}" dt="2024-03-13T02:29:39.778" v="8885" actId="20577"/>
          <ac:spMkLst>
            <pc:docMk/>
            <pc:sldMk cId="671625718" sldId="275"/>
            <ac:spMk id="5" creationId="{95007172-AF36-277C-193C-1D7864CDE8F8}"/>
          </ac:spMkLst>
        </pc:spChg>
      </pc:sldChg>
      <pc:sldChg chg="modSp add del mod">
        <pc:chgData name="哲久 中村" userId="959916a84418345a" providerId="LiveId" clId="{6BCA243E-5727-4668-815C-C8F09919B4B7}" dt="2024-03-10T02:11:03.048" v="5205" actId="2696"/>
        <pc:sldMkLst>
          <pc:docMk/>
          <pc:sldMk cId="2679126253" sldId="276"/>
        </pc:sldMkLst>
        <pc:spChg chg="mod">
          <ac:chgData name="哲久 中村" userId="959916a84418345a" providerId="LiveId" clId="{6BCA243E-5727-4668-815C-C8F09919B4B7}" dt="2024-03-10T01:49:42.120" v="4101" actId="20577"/>
          <ac:spMkLst>
            <pc:docMk/>
            <pc:sldMk cId="2679126253" sldId="276"/>
            <ac:spMk id="2" creationId="{1EB05E48-0302-6EE8-2933-3158C51A2C89}"/>
          </ac:spMkLst>
        </pc:spChg>
        <pc:spChg chg="mod">
          <ac:chgData name="哲久 中村" userId="959916a84418345a" providerId="LiveId" clId="{6BCA243E-5727-4668-815C-C8F09919B4B7}" dt="2024-03-10T01:44:18.025" v="4050" actId="20577"/>
          <ac:spMkLst>
            <pc:docMk/>
            <pc:sldMk cId="2679126253" sldId="276"/>
            <ac:spMk id="5" creationId="{1B1B7CE5-8B1C-CE88-E076-A9E0944BCE9B}"/>
          </ac:spMkLst>
        </pc:spChg>
      </pc:sldChg>
      <pc:sldChg chg="addSp modSp add mod modAnim">
        <pc:chgData name="哲久 中村" userId="959916a84418345a" providerId="LiveId" clId="{6BCA243E-5727-4668-815C-C8F09919B4B7}" dt="2024-03-10T14:10:05.330" v="8833"/>
        <pc:sldMkLst>
          <pc:docMk/>
          <pc:sldMk cId="3735871392" sldId="277"/>
        </pc:sldMkLst>
        <pc:spChg chg="mod">
          <ac:chgData name="哲久 中村" userId="959916a84418345a" providerId="LiveId" clId="{6BCA243E-5727-4668-815C-C8F09919B4B7}" dt="2024-03-10T01:50:24.081" v="4130" actId="20577"/>
          <ac:spMkLst>
            <pc:docMk/>
            <pc:sldMk cId="3735871392" sldId="277"/>
            <ac:spMk id="2" creationId="{D4AF6392-09F1-22C2-3A55-072C48BD74E0}"/>
          </ac:spMkLst>
        </pc:spChg>
        <pc:spChg chg="add mod">
          <ac:chgData name="哲久 中村" userId="959916a84418345a" providerId="LiveId" clId="{6BCA243E-5727-4668-815C-C8F09919B4B7}" dt="2024-03-10T14:05:42.068" v="8792" actId="20577"/>
          <ac:spMkLst>
            <pc:docMk/>
            <pc:sldMk cId="3735871392" sldId="277"/>
            <ac:spMk id="3" creationId="{05515F3F-4977-7D6E-7DE2-2E1246300B09}"/>
          </ac:spMkLst>
        </pc:spChg>
        <pc:spChg chg="mod">
          <ac:chgData name="哲久 中村" userId="959916a84418345a" providerId="LiveId" clId="{6BCA243E-5727-4668-815C-C8F09919B4B7}" dt="2024-03-10T14:09:49.893" v="8832" actId="20577"/>
          <ac:spMkLst>
            <pc:docMk/>
            <pc:sldMk cId="3735871392" sldId="277"/>
            <ac:spMk id="5" creationId="{E72D8CEB-4B83-E760-D409-E4F4F42D2495}"/>
          </ac:spMkLst>
        </pc:spChg>
      </pc:sldChg>
      <pc:sldChg chg="delSp modSp add mod">
        <pc:chgData name="哲久 中村" userId="959916a84418345a" providerId="LiveId" clId="{6BCA243E-5727-4668-815C-C8F09919B4B7}" dt="2024-03-10T02:23:56.409" v="5465" actId="27636"/>
        <pc:sldMkLst>
          <pc:docMk/>
          <pc:sldMk cId="179635184" sldId="278"/>
        </pc:sldMkLst>
        <pc:spChg chg="mod">
          <ac:chgData name="哲久 中村" userId="959916a84418345a" providerId="LiveId" clId="{6BCA243E-5727-4668-815C-C8F09919B4B7}" dt="2024-03-10T02:22:29.803" v="5268" actId="20577"/>
          <ac:spMkLst>
            <pc:docMk/>
            <pc:sldMk cId="179635184" sldId="278"/>
            <ac:spMk id="2" creationId="{521122F1-F254-52BE-954A-C35DE636028F}"/>
          </ac:spMkLst>
        </pc:spChg>
        <pc:spChg chg="del">
          <ac:chgData name="哲久 中村" userId="959916a84418345a" providerId="LiveId" clId="{6BCA243E-5727-4668-815C-C8F09919B4B7}" dt="2024-03-10T02:22:37.063" v="5269" actId="478"/>
          <ac:spMkLst>
            <pc:docMk/>
            <pc:sldMk cId="179635184" sldId="278"/>
            <ac:spMk id="3" creationId="{9ECF3C2B-7BD0-5C8B-1061-E8F1A5F17B14}"/>
          </ac:spMkLst>
        </pc:spChg>
        <pc:spChg chg="mod">
          <ac:chgData name="哲久 中村" userId="959916a84418345a" providerId="LiveId" clId="{6BCA243E-5727-4668-815C-C8F09919B4B7}" dt="2024-03-10T02:23:56.409" v="5465" actId="27636"/>
          <ac:spMkLst>
            <pc:docMk/>
            <pc:sldMk cId="179635184" sldId="278"/>
            <ac:spMk id="5" creationId="{55D3B9D6-B55A-0E7F-6699-16506CD3135A}"/>
          </ac:spMkLst>
        </pc:spChg>
      </pc:sldChg>
      <pc:sldChg chg="modSp add mod">
        <pc:chgData name="哲久 中村" userId="959916a84418345a" providerId="LiveId" clId="{6BCA243E-5727-4668-815C-C8F09919B4B7}" dt="2024-03-10T02:32:37.202" v="5642" actId="113"/>
        <pc:sldMkLst>
          <pc:docMk/>
          <pc:sldMk cId="693094853" sldId="279"/>
        </pc:sldMkLst>
        <pc:spChg chg="mod">
          <ac:chgData name="哲久 中村" userId="959916a84418345a" providerId="LiveId" clId="{6BCA243E-5727-4668-815C-C8F09919B4B7}" dt="2024-03-10T02:30:45.626" v="5619"/>
          <ac:spMkLst>
            <pc:docMk/>
            <pc:sldMk cId="693094853" sldId="279"/>
            <ac:spMk id="2" creationId="{FC0EE7A8-2002-FE38-89C7-412868F5633A}"/>
          </ac:spMkLst>
        </pc:spChg>
        <pc:spChg chg="mod">
          <ac:chgData name="哲久 中村" userId="959916a84418345a" providerId="LiveId" clId="{6BCA243E-5727-4668-815C-C8F09919B4B7}" dt="2024-03-10T02:32:37.202" v="5642" actId="113"/>
          <ac:spMkLst>
            <pc:docMk/>
            <pc:sldMk cId="693094853" sldId="279"/>
            <ac:spMk id="5" creationId="{1F2BEC8A-18DC-2A57-4999-EAD756A05830}"/>
          </ac:spMkLst>
        </pc:spChg>
      </pc:sldChg>
      <pc:sldChg chg="modSp add del mod">
        <pc:chgData name="哲久 中村" userId="959916a84418345a" providerId="LiveId" clId="{6BCA243E-5727-4668-815C-C8F09919B4B7}" dt="2024-03-10T03:01:35.510" v="6542" actId="2696"/>
        <pc:sldMkLst>
          <pc:docMk/>
          <pc:sldMk cId="223059255" sldId="280"/>
        </pc:sldMkLst>
        <pc:spChg chg="mod">
          <ac:chgData name="哲久 中村" userId="959916a84418345a" providerId="LiveId" clId="{6BCA243E-5727-4668-815C-C8F09919B4B7}" dt="2024-03-10T02:47:49.999" v="5963" actId="20577"/>
          <ac:spMkLst>
            <pc:docMk/>
            <pc:sldMk cId="223059255" sldId="280"/>
            <ac:spMk id="2" creationId="{7E458094-DD7F-9A49-E59D-E2C36A5263B9}"/>
          </ac:spMkLst>
        </pc:spChg>
        <pc:spChg chg="mod">
          <ac:chgData name="哲久 中村" userId="959916a84418345a" providerId="LiveId" clId="{6BCA243E-5727-4668-815C-C8F09919B4B7}" dt="2024-03-10T02:47:59.059" v="6050" actId="20577"/>
          <ac:spMkLst>
            <pc:docMk/>
            <pc:sldMk cId="223059255" sldId="280"/>
            <ac:spMk id="5" creationId="{C7E764B5-1141-CD51-7055-4632AF649AA3}"/>
          </ac:spMkLst>
        </pc:spChg>
      </pc:sldChg>
      <pc:sldChg chg="addSp delSp modSp new mod">
        <pc:chgData name="哲久 中村" userId="959916a84418345a" providerId="LiveId" clId="{6BCA243E-5727-4668-815C-C8F09919B4B7}" dt="2024-03-10T13:37:42.646" v="8128" actId="1076"/>
        <pc:sldMkLst>
          <pc:docMk/>
          <pc:sldMk cId="2142876" sldId="281"/>
        </pc:sldMkLst>
        <pc:spChg chg="mod">
          <ac:chgData name="哲久 中村" userId="959916a84418345a" providerId="LiveId" clId="{6BCA243E-5727-4668-815C-C8F09919B4B7}" dt="2024-03-10T02:48:22.944" v="6078" actId="20577"/>
          <ac:spMkLst>
            <pc:docMk/>
            <pc:sldMk cId="2142876" sldId="281"/>
            <ac:spMk id="2" creationId="{5A3DECAC-9A3D-FE30-962E-718F1EC54AB8}"/>
          </ac:spMkLst>
        </pc:spChg>
        <pc:spChg chg="mod">
          <ac:chgData name="哲久 中村" userId="959916a84418345a" providerId="LiveId" clId="{6BCA243E-5727-4668-815C-C8F09919B4B7}" dt="2024-03-10T03:00:55.728" v="6536" actId="1076"/>
          <ac:spMkLst>
            <pc:docMk/>
            <pc:sldMk cId="2142876" sldId="281"/>
            <ac:spMk id="3" creationId="{3AE0FE8D-7741-10AE-C9AD-E0005225C957}"/>
          </ac:spMkLst>
        </pc:spChg>
        <pc:spChg chg="add del mod">
          <ac:chgData name="哲久 中村" userId="959916a84418345a" providerId="LiveId" clId="{6BCA243E-5727-4668-815C-C8F09919B4B7}" dt="2024-03-10T02:49:59.629" v="6184" actId="3680"/>
          <ac:spMkLst>
            <pc:docMk/>
            <pc:sldMk cId="2142876" sldId="281"/>
            <ac:spMk id="4" creationId="{D1496D3A-DCF3-043D-7F9C-5D1BB4436B03}"/>
          </ac:spMkLst>
        </pc:spChg>
        <pc:spChg chg="mod">
          <ac:chgData name="哲久 中村" userId="959916a84418345a" providerId="LiveId" clId="{6BCA243E-5727-4668-815C-C8F09919B4B7}" dt="2024-03-10T03:01:06.374" v="6538" actId="1076"/>
          <ac:spMkLst>
            <pc:docMk/>
            <pc:sldMk cId="2142876" sldId="281"/>
            <ac:spMk id="5" creationId="{3CC3DEF6-3843-C575-CE09-D2D3F058E69C}"/>
          </ac:spMkLst>
        </pc:spChg>
        <pc:spChg chg="del">
          <ac:chgData name="哲久 中村" userId="959916a84418345a" providerId="LiveId" clId="{6BCA243E-5727-4668-815C-C8F09919B4B7}" dt="2024-03-10T02:52:48.072" v="6354" actId="3680"/>
          <ac:spMkLst>
            <pc:docMk/>
            <pc:sldMk cId="2142876" sldId="281"/>
            <ac:spMk id="6" creationId="{5C7EE2C0-9270-A8FF-7945-7566FF89E586}"/>
          </ac:spMkLst>
        </pc:spChg>
        <pc:spChg chg="add mod">
          <ac:chgData name="哲久 中村" userId="959916a84418345a" providerId="LiveId" clId="{6BCA243E-5727-4668-815C-C8F09919B4B7}" dt="2024-03-10T03:00:50.914" v="6535"/>
          <ac:spMkLst>
            <pc:docMk/>
            <pc:sldMk cId="2142876" sldId="281"/>
            <ac:spMk id="10" creationId="{B4022F4A-09B7-0706-B8FB-C6AB37E17025}"/>
          </ac:spMkLst>
        </pc:spChg>
        <pc:spChg chg="add mod">
          <ac:chgData name="哲久 中村" userId="959916a84418345a" providerId="LiveId" clId="{6BCA243E-5727-4668-815C-C8F09919B4B7}" dt="2024-03-10T13:37:42.646" v="8128" actId="1076"/>
          <ac:spMkLst>
            <pc:docMk/>
            <pc:sldMk cId="2142876" sldId="281"/>
            <ac:spMk id="12" creationId="{DFB6E446-73DE-C527-B8D9-9E1829522619}"/>
          </ac:spMkLst>
        </pc:spChg>
        <pc:graphicFrameChg chg="add del mod ord modGraphic">
          <ac:chgData name="哲久 中村" userId="959916a84418345a" providerId="LiveId" clId="{6BCA243E-5727-4668-815C-C8F09919B4B7}" dt="2024-03-10T02:49:51.663" v="6183" actId="3680"/>
          <ac:graphicFrameMkLst>
            <pc:docMk/>
            <pc:sldMk cId="2142876" sldId="281"/>
            <ac:graphicFrameMk id="7" creationId="{6C039CC0-E28D-A42F-8B96-348DD48B8CDC}"/>
          </ac:graphicFrameMkLst>
        </pc:graphicFrameChg>
        <pc:graphicFrameChg chg="add mod ord modGraphic">
          <ac:chgData name="哲久 中村" userId="959916a84418345a" providerId="LiveId" clId="{6BCA243E-5727-4668-815C-C8F09919B4B7}" dt="2024-03-10T03:01:00.059" v="6537" actId="1076"/>
          <ac:graphicFrameMkLst>
            <pc:docMk/>
            <pc:sldMk cId="2142876" sldId="281"/>
            <ac:graphicFrameMk id="8" creationId="{72C6B01C-CA48-188B-6FE4-A3EA91912EAB}"/>
          </ac:graphicFrameMkLst>
        </pc:graphicFrameChg>
        <pc:graphicFrameChg chg="add mod ord modGraphic">
          <ac:chgData name="哲久 中村" userId="959916a84418345a" providerId="LiveId" clId="{6BCA243E-5727-4668-815C-C8F09919B4B7}" dt="2024-03-10T03:01:22.858" v="6540" actId="20577"/>
          <ac:graphicFrameMkLst>
            <pc:docMk/>
            <pc:sldMk cId="2142876" sldId="281"/>
            <ac:graphicFrameMk id="9" creationId="{D896996B-F06F-025F-914F-A7C3BE29206A}"/>
          </ac:graphicFrameMkLst>
        </pc:graphicFrameChg>
      </pc:sldChg>
      <pc:sldChg chg="add">
        <pc:chgData name="哲久 中村" userId="959916a84418345a" providerId="LiveId" clId="{6BCA243E-5727-4668-815C-C8F09919B4B7}" dt="2024-03-10T03:07:49.990" v="6600" actId="2890"/>
        <pc:sldMkLst>
          <pc:docMk/>
          <pc:sldMk cId="263835021" sldId="282"/>
        </pc:sldMkLst>
      </pc:sldChg>
      <pc:sldChg chg="add del">
        <pc:chgData name="哲久 中村" userId="959916a84418345a" providerId="LiveId" clId="{6BCA243E-5727-4668-815C-C8F09919B4B7}" dt="2024-03-10T03:01:39.444" v="6543" actId="2696"/>
        <pc:sldMkLst>
          <pc:docMk/>
          <pc:sldMk cId="2899931440" sldId="282"/>
        </pc:sldMkLst>
      </pc:sldChg>
      <pc:sldChg chg="add">
        <pc:chgData name="哲久 中村" userId="959916a84418345a" providerId="LiveId" clId="{6BCA243E-5727-4668-815C-C8F09919B4B7}" dt="2024-03-10T03:15:41.455" v="7368" actId="2890"/>
        <pc:sldMkLst>
          <pc:docMk/>
          <pc:sldMk cId="2761697593" sldId="283"/>
        </pc:sldMkLst>
      </pc:sldChg>
      <pc:sldChg chg="modSp add mod ord">
        <pc:chgData name="哲久 中村" userId="959916a84418345a" providerId="LiveId" clId="{6BCA243E-5727-4668-815C-C8F09919B4B7}" dt="2024-03-13T06:48:34.664" v="9946" actId="20577"/>
        <pc:sldMkLst>
          <pc:docMk/>
          <pc:sldMk cId="370539370" sldId="284"/>
        </pc:sldMkLst>
        <pc:spChg chg="mod">
          <ac:chgData name="哲久 中村" userId="959916a84418345a" providerId="LiveId" clId="{6BCA243E-5727-4668-815C-C8F09919B4B7}" dt="2024-03-13T06:48:34.664" v="9946" actId="20577"/>
          <ac:spMkLst>
            <pc:docMk/>
            <pc:sldMk cId="370539370" sldId="284"/>
            <ac:spMk id="2" creationId="{FACE631A-25E2-7B70-90AB-676E4F6ADC0C}"/>
          </ac:spMkLst>
        </pc:spChg>
        <pc:spChg chg="mod">
          <ac:chgData name="哲久 中村" userId="959916a84418345a" providerId="LiveId" clId="{6BCA243E-5727-4668-815C-C8F09919B4B7}" dt="2024-03-10T13:47:14.900" v="8414" actId="14100"/>
          <ac:spMkLst>
            <pc:docMk/>
            <pc:sldMk cId="370539370" sldId="284"/>
            <ac:spMk id="5" creationId="{15DE300B-677E-B9B4-EE7F-1DF0BC573B87}"/>
          </ac:spMkLst>
        </pc:spChg>
      </pc:sldChg>
      <pc:sldChg chg="add del">
        <pc:chgData name="哲久 中村" userId="959916a84418345a" providerId="LiveId" clId="{6BCA243E-5727-4668-815C-C8F09919B4B7}" dt="2024-03-10T13:40:53.475" v="8130" actId="2696"/>
        <pc:sldMkLst>
          <pc:docMk/>
          <pc:sldMk cId="3448947702" sldId="284"/>
        </pc:sldMkLst>
      </pc:sldChg>
      <pc:sldChg chg="addSp modSp add mod">
        <pc:chgData name="哲久 中村" userId="959916a84418345a" providerId="LiveId" clId="{6BCA243E-5727-4668-815C-C8F09919B4B7}" dt="2024-03-10T13:54:36.550" v="8506" actId="1076"/>
        <pc:sldMkLst>
          <pc:docMk/>
          <pc:sldMk cId="3368922460" sldId="285"/>
        </pc:sldMkLst>
        <pc:spChg chg="mod">
          <ac:chgData name="哲久 中村" userId="959916a84418345a" providerId="LiveId" clId="{6BCA243E-5727-4668-815C-C8F09919B4B7}" dt="2024-03-10T13:48:06.322" v="8429" actId="20577"/>
          <ac:spMkLst>
            <pc:docMk/>
            <pc:sldMk cId="3368922460" sldId="285"/>
            <ac:spMk id="2" creationId="{1B887B75-4069-6417-178A-B85AA80A348B}"/>
          </ac:spMkLst>
        </pc:spChg>
        <pc:spChg chg="mod">
          <ac:chgData name="哲久 中村" userId="959916a84418345a" providerId="LiveId" clId="{6BCA243E-5727-4668-815C-C8F09919B4B7}" dt="2024-03-10T13:48:11.120" v="8484" actId="20577"/>
          <ac:spMkLst>
            <pc:docMk/>
            <pc:sldMk cId="3368922460" sldId="285"/>
            <ac:spMk id="5" creationId="{F22963C9-47A3-DF78-9694-7254302EACC7}"/>
          </ac:spMkLst>
        </pc:spChg>
        <pc:picChg chg="add mod">
          <ac:chgData name="哲久 中村" userId="959916a84418345a" providerId="LiveId" clId="{6BCA243E-5727-4668-815C-C8F09919B4B7}" dt="2024-03-10T13:50:31.886" v="8492" actId="1076"/>
          <ac:picMkLst>
            <pc:docMk/>
            <pc:sldMk cId="3368922460" sldId="285"/>
            <ac:picMk id="3" creationId="{35BCD0E0-1ADD-32FF-B68B-F1B59FACEDA7}"/>
          </ac:picMkLst>
        </pc:picChg>
        <pc:picChg chg="add mod">
          <ac:chgData name="哲久 中村" userId="959916a84418345a" providerId="LiveId" clId="{6BCA243E-5727-4668-815C-C8F09919B4B7}" dt="2024-03-10T13:52:23.960" v="8498" actId="14100"/>
          <ac:picMkLst>
            <pc:docMk/>
            <pc:sldMk cId="3368922460" sldId="285"/>
            <ac:picMk id="7" creationId="{4769DD19-9E3D-14EC-4146-A77889DEE49A}"/>
          </ac:picMkLst>
        </pc:picChg>
        <pc:picChg chg="add mod">
          <ac:chgData name="哲久 中村" userId="959916a84418345a" providerId="LiveId" clId="{6BCA243E-5727-4668-815C-C8F09919B4B7}" dt="2024-03-10T13:54:27.351" v="8504" actId="1076"/>
          <ac:picMkLst>
            <pc:docMk/>
            <pc:sldMk cId="3368922460" sldId="285"/>
            <ac:picMk id="9" creationId="{7331CEAC-295C-8062-2678-A332D439A978}"/>
          </ac:picMkLst>
        </pc:picChg>
        <pc:picChg chg="add mod">
          <ac:chgData name="哲久 中村" userId="959916a84418345a" providerId="LiveId" clId="{6BCA243E-5727-4668-815C-C8F09919B4B7}" dt="2024-03-10T13:54:30.594" v="8505" actId="1076"/>
          <ac:picMkLst>
            <pc:docMk/>
            <pc:sldMk cId="3368922460" sldId="285"/>
            <ac:picMk id="11" creationId="{8B5BACC2-EC5A-E9F1-FBAA-25AC054C70EB}"/>
          </ac:picMkLst>
        </pc:picChg>
        <pc:picChg chg="add mod">
          <ac:chgData name="哲久 中村" userId="959916a84418345a" providerId="LiveId" clId="{6BCA243E-5727-4668-815C-C8F09919B4B7}" dt="2024-03-10T13:54:36.550" v="8506" actId="1076"/>
          <ac:picMkLst>
            <pc:docMk/>
            <pc:sldMk cId="3368922460" sldId="285"/>
            <ac:picMk id="13" creationId="{6E922EBF-2A7E-A768-C899-D3C8EFAC659D}"/>
          </ac:picMkLst>
        </pc:picChg>
      </pc:sldChg>
      <pc:sldChg chg="addSp delSp modSp add mod">
        <pc:chgData name="哲久 中村" userId="959916a84418345a" providerId="LiveId" clId="{6BCA243E-5727-4668-815C-C8F09919B4B7}" dt="2024-03-25T14:20:09.456" v="9958" actId="20577"/>
        <pc:sldMkLst>
          <pc:docMk/>
          <pc:sldMk cId="314769909" sldId="286"/>
        </pc:sldMkLst>
        <pc:spChg chg="mod">
          <ac:chgData name="哲久 中村" userId="959916a84418345a" providerId="LiveId" clId="{6BCA243E-5727-4668-815C-C8F09919B4B7}" dt="2024-03-25T14:20:09.456" v="9958" actId="20577"/>
          <ac:spMkLst>
            <pc:docMk/>
            <pc:sldMk cId="314769909" sldId="286"/>
            <ac:spMk id="5" creationId="{CDBEA6D4-6098-EFB2-B40B-3F79494973B3}"/>
          </ac:spMkLst>
        </pc:spChg>
        <pc:spChg chg="add mod">
          <ac:chgData name="哲久 中村" userId="959916a84418345a" providerId="LiveId" clId="{6BCA243E-5727-4668-815C-C8F09919B4B7}" dt="2024-03-13T02:43:43.578" v="9891" actId="1076"/>
          <ac:spMkLst>
            <pc:docMk/>
            <pc:sldMk cId="314769909" sldId="286"/>
            <ac:spMk id="6" creationId="{6DFE7E3A-10D6-22C9-85BA-F617EC5D1D37}"/>
          </ac:spMkLst>
        </pc:spChg>
        <pc:picChg chg="del">
          <ac:chgData name="哲久 中村" userId="959916a84418345a" providerId="LiveId" clId="{6BCA243E-5727-4668-815C-C8F09919B4B7}" dt="2024-03-13T02:43:38.401" v="9890" actId="478"/>
          <ac:picMkLst>
            <pc:docMk/>
            <pc:sldMk cId="314769909" sldId="286"/>
            <ac:picMk id="7" creationId="{5F1DB426-C0DE-A9FE-6E82-73663C0C637E}"/>
          </ac:picMkLst>
        </pc:picChg>
      </pc:sldChg>
      <pc:sldChg chg="new del">
        <pc:chgData name="哲久 中村" userId="959916a84418345a" providerId="LiveId" clId="{6BCA243E-5727-4668-815C-C8F09919B4B7}" dt="2024-03-25T13:50:12.732" v="9948" actId="2696"/>
        <pc:sldMkLst>
          <pc:docMk/>
          <pc:sldMk cId="243976010" sldId="28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74D80C-97F1-4658-95EE-2D711B1BE110}" type="doc">
      <dgm:prSet loTypeId="urn:microsoft.com/office/officeart/2005/8/layout/cycle3" loCatId="cycle" qsTypeId="urn:microsoft.com/office/officeart/2005/8/quickstyle/simple5" qsCatId="simple" csTypeId="urn:microsoft.com/office/officeart/2005/8/colors/colorful5" csCatId="colorful" phldr="1"/>
      <dgm:spPr/>
      <dgm:t>
        <a:bodyPr/>
        <a:lstStyle/>
        <a:p>
          <a:endParaRPr kumimoji="1" lang="ja-JP" altLang="en-US"/>
        </a:p>
      </dgm:t>
    </dgm:pt>
    <dgm:pt modelId="{A039B67C-A235-42B6-94CD-3710A9615C38}">
      <dgm:prSet phldrT="[テキスト]"/>
      <dgm:spPr/>
      <dgm:t>
        <a:bodyPr/>
        <a:lstStyle/>
        <a:p>
          <a:r>
            <a:rPr kumimoji="1" lang="ja-JP" altLang="en-US" dirty="0"/>
            <a:t>講義（座学）</a:t>
          </a:r>
        </a:p>
      </dgm:t>
    </dgm:pt>
    <dgm:pt modelId="{7CE6926B-7351-4CE0-BE86-098B7A8C42F0}" type="parTrans" cxnId="{72EFA81B-0D82-4812-B4C2-18A19FE2CC12}">
      <dgm:prSet/>
      <dgm:spPr/>
      <dgm:t>
        <a:bodyPr/>
        <a:lstStyle/>
        <a:p>
          <a:endParaRPr kumimoji="1" lang="ja-JP" altLang="en-US"/>
        </a:p>
      </dgm:t>
    </dgm:pt>
    <dgm:pt modelId="{579E8D9F-586C-4894-8403-A3A74ED3E535}" type="sibTrans" cxnId="{72EFA81B-0D82-4812-B4C2-18A19FE2CC12}">
      <dgm:prSet/>
      <dgm:spPr/>
      <dgm:t>
        <a:bodyPr/>
        <a:lstStyle/>
        <a:p>
          <a:endParaRPr kumimoji="1" lang="ja-JP" altLang="en-US"/>
        </a:p>
      </dgm:t>
    </dgm:pt>
    <dgm:pt modelId="{516C348D-C1EB-42BA-97CC-EBEDB1780352}">
      <dgm:prSet phldrT="[テキスト]"/>
      <dgm:spPr/>
      <dgm:t>
        <a:bodyPr/>
        <a:lstStyle/>
        <a:p>
          <a:r>
            <a:rPr kumimoji="1" lang="ja-JP" altLang="en-US" dirty="0"/>
            <a:t>実技訓練</a:t>
          </a:r>
        </a:p>
      </dgm:t>
    </dgm:pt>
    <dgm:pt modelId="{88F0F13B-96B7-4837-A234-32A5AB8FD40F}" type="parTrans" cxnId="{546CFCBA-F83A-4E8B-B6AD-F5EA228A2508}">
      <dgm:prSet/>
      <dgm:spPr/>
      <dgm:t>
        <a:bodyPr/>
        <a:lstStyle/>
        <a:p>
          <a:endParaRPr kumimoji="1" lang="ja-JP" altLang="en-US"/>
        </a:p>
      </dgm:t>
    </dgm:pt>
    <dgm:pt modelId="{B2C45500-A115-405A-A72F-5E5BE19DCEF4}" type="sibTrans" cxnId="{546CFCBA-F83A-4E8B-B6AD-F5EA228A2508}">
      <dgm:prSet/>
      <dgm:spPr/>
      <dgm:t>
        <a:bodyPr/>
        <a:lstStyle/>
        <a:p>
          <a:endParaRPr kumimoji="1" lang="ja-JP" altLang="en-US"/>
        </a:p>
      </dgm:t>
    </dgm:pt>
    <dgm:pt modelId="{93B5629D-7188-4BCE-8619-F06B21A46E56}">
      <dgm:prSet phldrT="[テキスト]"/>
      <dgm:spPr/>
      <dgm:t>
        <a:bodyPr/>
        <a:lstStyle/>
        <a:p>
          <a:r>
            <a:rPr kumimoji="1" lang="ja-JP" altLang="en-US" dirty="0"/>
            <a:t>現場活動</a:t>
          </a:r>
        </a:p>
      </dgm:t>
    </dgm:pt>
    <dgm:pt modelId="{CF6C3B7B-A8CF-46A2-9151-548458EB766A}" type="parTrans" cxnId="{BEA04882-8310-46B4-8CAB-1ACC51A582E5}">
      <dgm:prSet/>
      <dgm:spPr/>
      <dgm:t>
        <a:bodyPr/>
        <a:lstStyle/>
        <a:p>
          <a:endParaRPr kumimoji="1" lang="ja-JP" altLang="en-US"/>
        </a:p>
      </dgm:t>
    </dgm:pt>
    <dgm:pt modelId="{4E3558D4-442E-4605-8B9C-1BA49953DCCE}" type="sibTrans" cxnId="{BEA04882-8310-46B4-8CAB-1ACC51A582E5}">
      <dgm:prSet/>
      <dgm:spPr/>
      <dgm:t>
        <a:bodyPr/>
        <a:lstStyle/>
        <a:p>
          <a:endParaRPr kumimoji="1" lang="ja-JP" altLang="en-US"/>
        </a:p>
      </dgm:t>
    </dgm:pt>
    <dgm:pt modelId="{DFD44316-CFC0-418B-BCCD-756113BFA486}">
      <dgm:prSet phldrT="[テキスト]"/>
      <dgm:spPr/>
      <dgm:t>
        <a:bodyPr/>
        <a:lstStyle/>
        <a:p>
          <a:r>
            <a:rPr kumimoji="1" lang="ja-JP" altLang="en-US" dirty="0"/>
            <a:t>振り返り</a:t>
          </a:r>
        </a:p>
      </dgm:t>
    </dgm:pt>
    <dgm:pt modelId="{8E6A41E6-2545-4ABA-B3E0-7ED33976E22C}" type="parTrans" cxnId="{3A90F776-0705-41A5-8E9F-A70E02E03CF3}">
      <dgm:prSet/>
      <dgm:spPr/>
      <dgm:t>
        <a:bodyPr/>
        <a:lstStyle/>
        <a:p>
          <a:endParaRPr kumimoji="1" lang="ja-JP" altLang="en-US"/>
        </a:p>
      </dgm:t>
    </dgm:pt>
    <dgm:pt modelId="{111126FD-55E3-4C68-A8BA-080D3A61AC71}" type="sibTrans" cxnId="{3A90F776-0705-41A5-8E9F-A70E02E03CF3}">
      <dgm:prSet/>
      <dgm:spPr/>
      <dgm:t>
        <a:bodyPr/>
        <a:lstStyle/>
        <a:p>
          <a:endParaRPr kumimoji="1" lang="ja-JP" altLang="en-US"/>
        </a:p>
      </dgm:t>
    </dgm:pt>
    <dgm:pt modelId="{1721FC6D-AC8B-4FF2-9B21-08574B54D2E9}" type="pres">
      <dgm:prSet presAssocID="{9C74D80C-97F1-4658-95EE-2D711B1BE110}" presName="Name0" presStyleCnt="0">
        <dgm:presLayoutVars>
          <dgm:dir/>
          <dgm:resizeHandles val="exact"/>
        </dgm:presLayoutVars>
      </dgm:prSet>
      <dgm:spPr/>
    </dgm:pt>
    <dgm:pt modelId="{B2EE5CB1-1292-460B-8FC7-F37BE697E33F}" type="pres">
      <dgm:prSet presAssocID="{9C74D80C-97F1-4658-95EE-2D711B1BE110}" presName="cycle" presStyleCnt="0"/>
      <dgm:spPr/>
    </dgm:pt>
    <dgm:pt modelId="{009CDE0A-5171-450A-B0DE-531657DB69FB}" type="pres">
      <dgm:prSet presAssocID="{A039B67C-A235-42B6-94CD-3710A9615C38}" presName="nodeFirstNode" presStyleLbl="node1" presStyleIdx="0" presStyleCnt="4">
        <dgm:presLayoutVars>
          <dgm:bulletEnabled val="1"/>
        </dgm:presLayoutVars>
      </dgm:prSet>
      <dgm:spPr/>
    </dgm:pt>
    <dgm:pt modelId="{8A2302C4-BFAC-4A37-B6DB-5507F8E86FF5}" type="pres">
      <dgm:prSet presAssocID="{579E8D9F-586C-4894-8403-A3A74ED3E535}" presName="sibTransFirstNode" presStyleLbl="bgShp" presStyleIdx="0" presStyleCnt="1"/>
      <dgm:spPr/>
    </dgm:pt>
    <dgm:pt modelId="{EB8E42D2-22EE-4886-8A2E-1DD3F86BAD08}" type="pres">
      <dgm:prSet presAssocID="{516C348D-C1EB-42BA-97CC-EBEDB1780352}" presName="nodeFollowingNodes" presStyleLbl="node1" presStyleIdx="1" presStyleCnt="4">
        <dgm:presLayoutVars>
          <dgm:bulletEnabled val="1"/>
        </dgm:presLayoutVars>
      </dgm:prSet>
      <dgm:spPr/>
    </dgm:pt>
    <dgm:pt modelId="{1EF1ADC0-A52A-47B0-A737-C5DC5B9DDE03}" type="pres">
      <dgm:prSet presAssocID="{93B5629D-7188-4BCE-8619-F06B21A46E56}" presName="nodeFollowingNodes" presStyleLbl="node1" presStyleIdx="2" presStyleCnt="4">
        <dgm:presLayoutVars>
          <dgm:bulletEnabled val="1"/>
        </dgm:presLayoutVars>
      </dgm:prSet>
      <dgm:spPr/>
    </dgm:pt>
    <dgm:pt modelId="{384F1373-9DA8-48F0-814E-8AF9DCF69DB3}" type="pres">
      <dgm:prSet presAssocID="{DFD44316-CFC0-418B-BCCD-756113BFA486}" presName="nodeFollowingNodes" presStyleLbl="node1" presStyleIdx="3" presStyleCnt="4">
        <dgm:presLayoutVars>
          <dgm:bulletEnabled val="1"/>
        </dgm:presLayoutVars>
      </dgm:prSet>
      <dgm:spPr/>
    </dgm:pt>
  </dgm:ptLst>
  <dgm:cxnLst>
    <dgm:cxn modelId="{42A07417-4DCF-406D-8C8C-1E39FF7D3638}" type="presOf" srcId="{DFD44316-CFC0-418B-BCCD-756113BFA486}" destId="{384F1373-9DA8-48F0-814E-8AF9DCF69DB3}" srcOrd="0" destOrd="0" presId="urn:microsoft.com/office/officeart/2005/8/layout/cycle3"/>
    <dgm:cxn modelId="{72EFA81B-0D82-4812-B4C2-18A19FE2CC12}" srcId="{9C74D80C-97F1-4658-95EE-2D711B1BE110}" destId="{A039B67C-A235-42B6-94CD-3710A9615C38}" srcOrd="0" destOrd="0" parTransId="{7CE6926B-7351-4CE0-BE86-098B7A8C42F0}" sibTransId="{579E8D9F-586C-4894-8403-A3A74ED3E535}"/>
    <dgm:cxn modelId="{5B8F3D5D-5EA4-4D9F-A1CF-5ED9F0E20895}" type="presOf" srcId="{A039B67C-A235-42B6-94CD-3710A9615C38}" destId="{009CDE0A-5171-450A-B0DE-531657DB69FB}" srcOrd="0" destOrd="0" presId="urn:microsoft.com/office/officeart/2005/8/layout/cycle3"/>
    <dgm:cxn modelId="{D9A6C15E-3F4E-464E-B251-14989A1E81B6}" type="presOf" srcId="{516C348D-C1EB-42BA-97CC-EBEDB1780352}" destId="{EB8E42D2-22EE-4886-8A2E-1DD3F86BAD08}" srcOrd="0" destOrd="0" presId="urn:microsoft.com/office/officeart/2005/8/layout/cycle3"/>
    <dgm:cxn modelId="{3A90F776-0705-41A5-8E9F-A70E02E03CF3}" srcId="{9C74D80C-97F1-4658-95EE-2D711B1BE110}" destId="{DFD44316-CFC0-418B-BCCD-756113BFA486}" srcOrd="3" destOrd="0" parTransId="{8E6A41E6-2545-4ABA-B3E0-7ED33976E22C}" sibTransId="{111126FD-55E3-4C68-A8BA-080D3A61AC71}"/>
    <dgm:cxn modelId="{BEA04882-8310-46B4-8CAB-1ACC51A582E5}" srcId="{9C74D80C-97F1-4658-95EE-2D711B1BE110}" destId="{93B5629D-7188-4BCE-8619-F06B21A46E56}" srcOrd="2" destOrd="0" parTransId="{CF6C3B7B-A8CF-46A2-9151-548458EB766A}" sibTransId="{4E3558D4-442E-4605-8B9C-1BA49953DCCE}"/>
    <dgm:cxn modelId="{D949D788-4300-48FE-8551-EEA0C437AA37}" type="presOf" srcId="{579E8D9F-586C-4894-8403-A3A74ED3E535}" destId="{8A2302C4-BFAC-4A37-B6DB-5507F8E86FF5}" srcOrd="0" destOrd="0" presId="urn:microsoft.com/office/officeart/2005/8/layout/cycle3"/>
    <dgm:cxn modelId="{FBBD9F98-4739-46E1-9D80-1027ED8BAC08}" type="presOf" srcId="{9C74D80C-97F1-4658-95EE-2D711B1BE110}" destId="{1721FC6D-AC8B-4FF2-9B21-08574B54D2E9}" srcOrd="0" destOrd="0" presId="urn:microsoft.com/office/officeart/2005/8/layout/cycle3"/>
    <dgm:cxn modelId="{BF2A14A4-2B5F-455B-AEFF-6035DC80FB92}" type="presOf" srcId="{93B5629D-7188-4BCE-8619-F06B21A46E56}" destId="{1EF1ADC0-A52A-47B0-A737-C5DC5B9DDE03}" srcOrd="0" destOrd="0" presId="urn:microsoft.com/office/officeart/2005/8/layout/cycle3"/>
    <dgm:cxn modelId="{546CFCBA-F83A-4E8B-B6AD-F5EA228A2508}" srcId="{9C74D80C-97F1-4658-95EE-2D711B1BE110}" destId="{516C348D-C1EB-42BA-97CC-EBEDB1780352}" srcOrd="1" destOrd="0" parTransId="{88F0F13B-96B7-4837-A234-32A5AB8FD40F}" sibTransId="{B2C45500-A115-405A-A72F-5E5BE19DCEF4}"/>
    <dgm:cxn modelId="{CE9B36F0-2045-4261-9B6C-A9F716E5AB79}" type="presParOf" srcId="{1721FC6D-AC8B-4FF2-9B21-08574B54D2E9}" destId="{B2EE5CB1-1292-460B-8FC7-F37BE697E33F}" srcOrd="0" destOrd="0" presId="urn:microsoft.com/office/officeart/2005/8/layout/cycle3"/>
    <dgm:cxn modelId="{F07B3B7D-E433-4D6C-85CF-8413960DDEE0}" type="presParOf" srcId="{B2EE5CB1-1292-460B-8FC7-F37BE697E33F}" destId="{009CDE0A-5171-450A-B0DE-531657DB69FB}" srcOrd="0" destOrd="0" presId="urn:microsoft.com/office/officeart/2005/8/layout/cycle3"/>
    <dgm:cxn modelId="{64483FD3-3976-4021-98C6-245AC94D806A}" type="presParOf" srcId="{B2EE5CB1-1292-460B-8FC7-F37BE697E33F}" destId="{8A2302C4-BFAC-4A37-B6DB-5507F8E86FF5}" srcOrd="1" destOrd="0" presId="urn:microsoft.com/office/officeart/2005/8/layout/cycle3"/>
    <dgm:cxn modelId="{1C2E9C27-5FCF-410B-B7F4-04A48A5B7AEB}" type="presParOf" srcId="{B2EE5CB1-1292-460B-8FC7-F37BE697E33F}" destId="{EB8E42D2-22EE-4886-8A2E-1DD3F86BAD08}" srcOrd="2" destOrd="0" presId="urn:microsoft.com/office/officeart/2005/8/layout/cycle3"/>
    <dgm:cxn modelId="{145D9DD4-EB4E-4BEB-8F34-8F8C9FCA908C}" type="presParOf" srcId="{B2EE5CB1-1292-460B-8FC7-F37BE697E33F}" destId="{1EF1ADC0-A52A-47B0-A737-C5DC5B9DDE03}" srcOrd="3" destOrd="0" presId="urn:microsoft.com/office/officeart/2005/8/layout/cycle3"/>
    <dgm:cxn modelId="{4F90FA13-3F5F-43E9-B62A-6F8A559AB85D}" type="presParOf" srcId="{B2EE5CB1-1292-460B-8FC7-F37BE697E33F}" destId="{384F1373-9DA8-48F0-814E-8AF9DCF69DB3}"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2302C4-BFAC-4A37-B6DB-5507F8E86FF5}">
      <dsp:nvSpPr>
        <dsp:cNvPr id="0" name=""/>
        <dsp:cNvSpPr/>
      </dsp:nvSpPr>
      <dsp:spPr>
        <a:xfrm>
          <a:off x="3190471" y="-114731"/>
          <a:ext cx="4134656" cy="4134656"/>
        </a:xfrm>
        <a:prstGeom prst="circularArrow">
          <a:avLst>
            <a:gd name="adj1" fmla="val 4668"/>
            <a:gd name="adj2" fmla="val 272909"/>
            <a:gd name="adj3" fmla="val 12817716"/>
            <a:gd name="adj4" fmla="val 18040218"/>
            <a:gd name="adj5" fmla="val 4847"/>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09CDE0A-5171-450A-B0DE-531657DB69FB}">
      <dsp:nvSpPr>
        <dsp:cNvPr id="0" name=""/>
        <dsp:cNvSpPr/>
      </dsp:nvSpPr>
      <dsp:spPr>
        <a:xfrm>
          <a:off x="3876600" y="453"/>
          <a:ext cx="2762398" cy="13811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t>講義（座学）</a:t>
          </a:r>
        </a:p>
      </dsp:txBody>
      <dsp:txXfrm>
        <a:off x="3944025" y="67878"/>
        <a:ext cx="2627548" cy="1246349"/>
      </dsp:txXfrm>
    </dsp:sp>
    <dsp:sp modelId="{EB8E42D2-22EE-4886-8A2E-1DD3F86BAD08}">
      <dsp:nvSpPr>
        <dsp:cNvPr id="0" name=""/>
        <dsp:cNvSpPr/>
      </dsp:nvSpPr>
      <dsp:spPr>
        <a:xfrm>
          <a:off x="5361216" y="1485069"/>
          <a:ext cx="2762398" cy="1381199"/>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t>実技訓練</a:t>
          </a:r>
        </a:p>
      </dsp:txBody>
      <dsp:txXfrm>
        <a:off x="5428641" y="1552494"/>
        <a:ext cx="2627548" cy="1246349"/>
      </dsp:txXfrm>
    </dsp:sp>
    <dsp:sp modelId="{1EF1ADC0-A52A-47B0-A737-C5DC5B9DDE03}">
      <dsp:nvSpPr>
        <dsp:cNvPr id="0" name=""/>
        <dsp:cNvSpPr/>
      </dsp:nvSpPr>
      <dsp:spPr>
        <a:xfrm>
          <a:off x="3876600" y="2969685"/>
          <a:ext cx="2762398" cy="1381199"/>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t>現場活動</a:t>
          </a:r>
        </a:p>
      </dsp:txBody>
      <dsp:txXfrm>
        <a:off x="3944025" y="3037110"/>
        <a:ext cx="2627548" cy="1246349"/>
      </dsp:txXfrm>
    </dsp:sp>
    <dsp:sp modelId="{384F1373-9DA8-48F0-814E-8AF9DCF69DB3}">
      <dsp:nvSpPr>
        <dsp:cNvPr id="0" name=""/>
        <dsp:cNvSpPr/>
      </dsp:nvSpPr>
      <dsp:spPr>
        <a:xfrm>
          <a:off x="2391984" y="1485069"/>
          <a:ext cx="2762398" cy="13811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t>振り返り</a:t>
          </a:r>
        </a:p>
      </dsp:txBody>
      <dsp:txXfrm>
        <a:off x="2459409" y="1552494"/>
        <a:ext cx="2627548" cy="1246349"/>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EBFB49-0A4A-38BE-79C0-00AC3B5D868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D3DCEC2-5E92-2E90-3562-5FA471725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4" name="日付プレースホルダー 3">
            <a:extLst>
              <a:ext uri="{FF2B5EF4-FFF2-40B4-BE49-F238E27FC236}">
                <a16:creationId xmlns:a16="http://schemas.microsoft.com/office/drawing/2014/main" id="{6D0A1280-75A1-B4B7-4DC5-41134B18DD02}"/>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C35F5425-B165-C436-B169-5B6F61D649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56839FB-C86B-FB61-CF9C-BD2904937397}"/>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63460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B2FD4E-087F-8B01-6483-1922E886EEA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9482EE2-032C-FC31-FB7F-587AE5374FF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409865-75B4-D2A1-B46B-247A8FA32AF6}"/>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B076D89A-0D4A-47EC-6B30-D0B61DD81C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34F251-4D0C-DBDA-79C6-9E92FD731159}"/>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197866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C132FB-5008-72C1-39A9-0BDBD327F12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5B7459-FEA4-B2D3-FE0D-E1066606BF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4144E81-04BC-3E20-F12D-1E28DACE40D6}"/>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3ED31386-FA8D-CB42-1A9A-4CF3D284823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50B8359-4310-EA25-BE63-C92CF054B373}"/>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728444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FFC78D-482B-4143-3EA2-AEC6C67D7A8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DCACE2-692D-BADD-C4B4-0D0F4BCF3AF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6C3B154-1545-95E1-93B8-2DB203DA5D2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01277F5-E9C1-879E-63E1-AC7B9B433DE0}"/>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6" name="フッター プレースホルダー 5">
            <a:extLst>
              <a:ext uri="{FF2B5EF4-FFF2-40B4-BE49-F238E27FC236}">
                <a16:creationId xmlns:a16="http://schemas.microsoft.com/office/drawing/2014/main" id="{2CDA8240-63D8-95DE-BC8B-5ED94C98F1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FE9F04E-D04C-591F-DE6C-D5284B093B3D}"/>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68664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4DED3B-FBE4-7F97-BB27-65A65BCA76A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C26BBBE-72E0-127A-0432-BDAC25DC9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92096DA-E377-5A0D-09A8-AD233F0F379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DD491C1-1E2D-9CEE-A5F8-344D2B631A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8840CA2-F1AB-CB62-E172-E6DD2386069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B5BA299-1AD8-9FDD-AE3C-0937ED04DEB9}"/>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8" name="フッター プレースホルダー 7">
            <a:extLst>
              <a:ext uri="{FF2B5EF4-FFF2-40B4-BE49-F238E27FC236}">
                <a16:creationId xmlns:a16="http://schemas.microsoft.com/office/drawing/2014/main" id="{BF6C7AB3-570C-DFFC-8FCF-971850B3C31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729BCD0-ACC3-F5C9-B7A4-217BA73D4DE0}"/>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4380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81CF8-82D8-346E-47C9-EBD60FF35AA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1B719DA-A935-0142-8A7F-D028F10C04D3}"/>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4" name="フッター プレースホルダー 3">
            <a:extLst>
              <a:ext uri="{FF2B5EF4-FFF2-40B4-BE49-F238E27FC236}">
                <a16:creationId xmlns:a16="http://schemas.microsoft.com/office/drawing/2014/main" id="{6126A055-5F82-057D-B33D-E8D2C5992BE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B6D50A7-B91A-3C98-9489-76419C7CE922}"/>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3154370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310CAD3-D138-C79C-86AE-DD9AA5FE87B9}"/>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3" name="フッター プレースホルダー 2">
            <a:extLst>
              <a:ext uri="{FF2B5EF4-FFF2-40B4-BE49-F238E27FC236}">
                <a16:creationId xmlns:a16="http://schemas.microsoft.com/office/drawing/2014/main" id="{AAE404B1-B16C-6D50-AAF4-8BC4D72C297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30EE0B7-C377-DD25-508B-7FF15F29D10A}"/>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4224344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57E9A7-FEDA-6A04-8817-D68B8FF18DB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B86B00-47DE-4334-C5AB-26081A40C5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10C1AA-E0DC-3B08-A2F7-4D95F8B5C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7F435F9-3124-66EF-AA2F-71141C3845D2}"/>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6" name="フッター プレースホルダー 5">
            <a:extLst>
              <a:ext uri="{FF2B5EF4-FFF2-40B4-BE49-F238E27FC236}">
                <a16:creationId xmlns:a16="http://schemas.microsoft.com/office/drawing/2014/main" id="{A46F9275-9F99-08E3-5330-D09E997F27A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A9F0431-52B5-7518-77C4-02375ABE981E}"/>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3411899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AE5688-B83A-95A4-FB7B-1A6E23B2EDC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11C426E-1AA8-0F33-A9E5-CD86B4F3A5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6C281F2-5C07-2168-EFED-FF64AAFA3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376590F-E7A9-6F26-92EE-A3D0EB85751B}"/>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6" name="フッター プレースホルダー 5">
            <a:extLst>
              <a:ext uri="{FF2B5EF4-FFF2-40B4-BE49-F238E27FC236}">
                <a16:creationId xmlns:a16="http://schemas.microsoft.com/office/drawing/2014/main" id="{4B4AF941-D7F1-1980-7815-0DD5E77C505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FB4B5A7-983D-0ECE-07A0-FA5AE7D410FB}"/>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1391803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6813CA-ED25-6C24-6097-64ADE870542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276D7D6-BED0-A8F5-6277-59C46934C7C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064BC1-56DC-010F-4291-D949816C9D5A}"/>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4F400999-BE29-FD49-3C02-B58EF895F7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892E77-78ED-56CC-B6B1-2D52832F8F90}"/>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004247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855A6FE-4EC3-C78B-7645-F6B7332B645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A982CD6-3022-F397-DA39-DDD1B8F420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A7D49F-A6CB-7E6A-D962-0A50332F5178}"/>
              </a:ext>
            </a:extLst>
          </p:cNvPr>
          <p:cNvSpPr>
            <a:spLocks noGrp="1"/>
          </p:cNvSpPr>
          <p:nvPr>
            <p:ph type="dt" sz="half" idx="10"/>
          </p:nvPr>
        </p:nvSpPr>
        <p:spPr/>
        <p:txBody>
          <a:body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BCF06865-544B-9E3D-03C1-E9C6E3305B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F73CD9-056C-E07C-F5A4-2AA86074D3F6}"/>
              </a:ext>
            </a:extLst>
          </p:cNvPr>
          <p:cNvSpPr>
            <a:spLocks noGrp="1"/>
          </p:cNvSpPr>
          <p:nvPr>
            <p:ph type="sldNum" sz="quarter" idx="12"/>
          </p:nvPr>
        </p:nvSpPr>
        <p:spPr/>
        <p:txBody>
          <a:body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16466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22F438F-5FA4-D21F-EB53-BB33CF35B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62AB4342-0908-C090-58C6-75697D8B6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D234DFD8-1BD3-5B17-9CAA-C6AC67AB5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26600C-EBB4-4003-8083-F094738D64F2}" type="datetimeFigureOut">
              <a:rPr kumimoji="1" lang="ja-JP" altLang="en-US" smtClean="0"/>
              <a:t>2024/4/25</a:t>
            </a:fld>
            <a:endParaRPr kumimoji="1" lang="ja-JP" altLang="en-US"/>
          </a:p>
        </p:txBody>
      </p:sp>
      <p:sp>
        <p:nvSpPr>
          <p:cNvPr id="5" name="フッター プレースホルダー 4">
            <a:extLst>
              <a:ext uri="{FF2B5EF4-FFF2-40B4-BE49-F238E27FC236}">
                <a16:creationId xmlns:a16="http://schemas.microsoft.com/office/drawing/2014/main" id="{587D6D7D-2BF8-C457-D622-ED9F077BD5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9C49F32-B916-B321-B2B1-138D26F1C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DC10F6-2AAD-47EE-A922-05998B525E86}" type="slidenum">
              <a:rPr kumimoji="1" lang="ja-JP" altLang="en-US" smtClean="0"/>
              <a:t>‹#›</a:t>
            </a:fld>
            <a:endParaRPr kumimoji="1" lang="ja-JP" altLang="en-US"/>
          </a:p>
        </p:txBody>
      </p:sp>
    </p:spTree>
    <p:extLst>
      <p:ext uri="{BB962C8B-B14F-4D97-AF65-F5344CB8AC3E}">
        <p14:creationId xmlns:p14="http://schemas.microsoft.com/office/powerpoint/2010/main" val="2626279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5E5E36-75DE-35E3-73C3-7855CBFAFE6A}"/>
              </a:ext>
            </a:extLst>
          </p:cNvPr>
          <p:cNvSpPr>
            <a:spLocks noGrp="1"/>
          </p:cNvSpPr>
          <p:nvPr>
            <p:ph type="ctrTitle"/>
          </p:nvPr>
        </p:nvSpPr>
        <p:spPr>
          <a:xfrm>
            <a:off x="1533378" y="1108295"/>
            <a:ext cx="9683262" cy="2387600"/>
          </a:xfrm>
        </p:spPr>
        <p:txBody>
          <a:bodyPr/>
          <a:lstStyle/>
          <a:p>
            <a:r>
              <a:rPr lang="ja-JP" altLang="en-US" dirty="0"/>
              <a:t>救急活動の</a:t>
            </a:r>
            <a:r>
              <a:rPr lang="ja-JP" altLang="en-US"/>
              <a:t>心得　外因編</a:t>
            </a:r>
            <a:endParaRPr kumimoji="1" lang="ja-JP" altLang="en-US" dirty="0"/>
          </a:p>
        </p:txBody>
      </p:sp>
      <p:sp>
        <p:nvSpPr>
          <p:cNvPr id="3" name="字幕 2">
            <a:extLst>
              <a:ext uri="{FF2B5EF4-FFF2-40B4-BE49-F238E27FC236}">
                <a16:creationId xmlns:a16="http://schemas.microsoft.com/office/drawing/2014/main" id="{E5E82F86-E8C9-57C7-4BF0-B63ADD24B6D5}"/>
              </a:ext>
            </a:extLst>
          </p:cNvPr>
          <p:cNvSpPr>
            <a:spLocks noGrp="1"/>
          </p:cNvSpPr>
          <p:nvPr>
            <p:ph type="subTitle" idx="1"/>
          </p:nvPr>
        </p:nvSpPr>
        <p:spPr>
          <a:xfrm>
            <a:off x="1552135" y="4010002"/>
            <a:ext cx="9144000" cy="1655762"/>
          </a:xfrm>
        </p:spPr>
        <p:txBody>
          <a:bodyPr/>
          <a:lstStyle/>
          <a:p>
            <a:r>
              <a:rPr kumimoji="1" lang="ja-JP" altLang="en-US" dirty="0"/>
              <a:t>中村　哲久</a:t>
            </a:r>
          </a:p>
        </p:txBody>
      </p:sp>
    </p:spTree>
    <p:extLst>
      <p:ext uri="{BB962C8B-B14F-4D97-AF65-F5344CB8AC3E}">
        <p14:creationId xmlns:p14="http://schemas.microsoft.com/office/powerpoint/2010/main" val="2109977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AE0A90D-1458-6DFE-A650-AA040EFF2C23}"/>
              </a:ext>
            </a:extLst>
          </p:cNvPr>
          <p:cNvPicPr>
            <a:picLocks noChangeAspect="1"/>
          </p:cNvPicPr>
          <p:nvPr/>
        </p:nvPicPr>
        <p:blipFill>
          <a:blip r:embed="rId2"/>
          <a:stretch>
            <a:fillRect/>
          </a:stretch>
        </p:blipFill>
        <p:spPr>
          <a:xfrm>
            <a:off x="3587261" y="164124"/>
            <a:ext cx="4867421" cy="4606666"/>
          </a:xfrm>
          <a:prstGeom prst="rect">
            <a:avLst/>
          </a:prstGeom>
        </p:spPr>
      </p:pic>
      <p:sp>
        <p:nvSpPr>
          <p:cNvPr id="2" name="タイトル 1">
            <a:extLst>
              <a:ext uri="{FF2B5EF4-FFF2-40B4-BE49-F238E27FC236}">
                <a16:creationId xmlns:a16="http://schemas.microsoft.com/office/drawing/2014/main" id="{F8800B3F-852D-FB9E-39DB-35E0E63D2380}"/>
              </a:ext>
            </a:extLst>
          </p:cNvPr>
          <p:cNvSpPr>
            <a:spLocks noGrp="1"/>
          </p:cNvSpPr>
          <p:nvPr>
            <p:ph type="title"/>
          </p:nvPr>
        </p:nvSpPr>
        <p:spPr>
          <a:xfrm>
            <a:off x="309489" y="1321727"/>
            <a:ext cx="11549576" cy="4108401"/>
          </a:xfrm>
        </p:spPr>
        <p:txBody>
          <a:bodyPr>
            <a:normAutofit fontScale="90000"/>
          </a:bodyPr>
          <a:lstStyle/>
          <a:p>
            <a:pPr>
              <a:lnSpc>
                <a:spcPct val="125000"/>
              </a:lnSpc>
            </a:pPr>
            <a:br>
              <a:rPr lang="en-US" altLang="ja-JP" dirty="0"/>
            </a:br>
            <a:br>
              <a:rPr lang="en-US" altLang="ja-JP" dirty="0"/>
            </a:br>
            <a:br>
              <a:rPr lang="en-US" altLang="ja-JP" dirty="0"/>
            </a:br>
            <a:br>
              <a:rPr lang="en-US" altLang="ja-JP" dirty="0"/>
            </a:br>
            <a:r>
              <a:rPr lang="ja-JP" altLang="en-US" dirty="0"/>
              <a:t>注意：</a:t>
            </a:r>
            <a:br>
              <a:rPr lang="en-US" altLang="ja-JP" dirty="0"/>
            </a:br>
            <a:r>
              <a:rPr kumimoji="1" lang="ja-JP" altLang="en-US" dirty="0"/>
              <a:t>この講義だけで、現場活動ができるようになるわけではありません。</a:t>
            </a:r>
          </a:p>
        </p:txBody>
      </p:sp>
    </p:spTree>
    <p:extLst>
      <p:ext uri="{BB962C8B-B14F-4D97-AF65-F5344CB8AC3E}">
        <p14:creationId xmlns:p14="http://schemas.microsoft.com/office/powerpoint/2010/main" val="1144789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250EB65-9AC7-2D6E-C1AA-82076484AE00}"/>
              </a:ext>
            </a:extLst>
          </p:cNvPr>
          <p:cNvSpPr>
            <a:spLocks/>
          </p:cNvSpPr>
          <p:nvPr/>
        </p:nvSpPr>
        <p:spPr>
          <a:xfrm>
            <a:off x="205154" y="815291"/>
            <a:ext cx="10515600" cy="2307738"/>
          </a:xfrm>
          <a:prstGeom prst="rect">
            <a:avLst/>
          </a:prstGeom>
        </p:spPr>
        <p:txBody>
          <a:bodyPr vert="horz" lIns="91440" tIns="45720" rIns="91440" bIns="45720" rtlCol="0" anchor="ctr">
            <a:normAutofit/>
          </a:bodyPr>
          <a:lstStyle/>
          <a:p>
            <a:pPr>
              <a:lnSpc>
                <a:spcPct val="125000"/>
              </a:lnSpc>
              <a:spcBef>
                <a:spcPct val="0"/>
              </a:spcBef>
              <a:spcAft>
                <a:spcPts val="600"/>
              </a:spcAft>
            </a:pPr>
            <a:r>
              <a:rPr kumimoji="1" lang="ja-JP" altLang="en-US" sz="4800" b="1" dirty="0">
                <a:latin typeface="メイリオ" panose="020B0604030504040204" pitchFamily="50" charset="-128"/>
                <a:ea typeface="メイリオ" panose="020B0604030504040204" pitchFamily="50" charset="-128"/>
                <a:cs typeface="+mj-cs"/>
              </a:rPr>
              <a:t>インプット　講義</a:t>
            </a:r>
            <a:endParaRPr kumimoji="1" lang="en-US" altLang="ja-JP" sz="4800" b="1" dirty="0">
              <a:latin typeface="メイリオ" panose="020B0604030504040204" pitchFamily="50" charset="-128"/>
              <a:ea typeface="メイリオ" panose="020B0604030504040204" pitchFamily="50" charset="-128"/>
              <a:cs typeface="+mj-cs"/>
            </a:endParaRPr>
          </a:p>
          <a:p>
            <a:pPr>
              <a:lnSpc>
                <a:spcPct val="125000"/>
              </a:lnSpc>
              <a:spcBef>
                <a:spcPct val="0"/>
              </a:spcBef>
              <a:spcAft>
                <a:spcPts val="600"/>
              </a:spcAft>
            </a:pPr>
            <a:r>
              <a:rPr kumimoji="1" lang="ja-JP" altLang="en-US" sz="4800" b="1" dirty="0">
                <a:latin typeface="メイリオ" panose="020B0604030504040204" pitchFamily="50" charset="-128"/>
                <a:ea typeface="メイリオ" panose="020B0604030504040204" pitchFamily="50" charset="-128"/>
                <a:cs typeface="+mj-cs"/>
              </a:rPr>
              <a:t>アウトプット　実技</a:t>
            </a:r>
            <a:endParaRPr kumimoji="1" lang="en-US" altLang="ja-JP" sz="4800" b="1" dirty="0">
              <a:latin typeface="メイリオ" panose="020B0604030504040204" pitchFamily="50" charset="-128"/>
              <a:ea typeface="メイリオ" panose="020B0604030504040204" pitchFamily="50" charset="-128"/>
              <a:cs typeface="+mj-cs"/>
            </a:endParaRPr>
          </a:p>
          <a:p>
            <a:pPr>
              <a:lnSpc>
                <a:spcPct val="90000"/>
              </a:lnSpc>
              <a:spcBef>
                <a:spcPct val="0"/>
              </a:spcBef>
              <a:spcAft>
                <a:spcPts val="600"/>
              </a:spcAft>
            </a:pPr>
            <a:endParaRPr kumimoji="1" lang="en-US" altLang="ja-JP" sz="3700" dirty="0">
              <a:latin typeface="+mj-lt"/>
              <a:ea typeface="+mj-ea"/>
              <a:cs typeface="+mj-cs"/>
            </a:endParaRPr>
          </a:p>
        </p:txBody>
      </p:sp>
      <p:graphicFrame>
        <p:nvGraphicFramePr>
          <p:cNvPr id="4" name="図表 3">
            <a:extLst>
              <a:ext uri="{FF2B5EF4-FFF2-40B4-BE49-F238E27FC236}">
                <a16:creationId xmlns:a16="http://schemas.microsoft.com/office/drawing/2014/main" id="{AC91D9EA-64E1-EFCD-E1EE-E4E39CC5C303}"/>
              </a:ext>
            </a:extLst>
          </p:cNvPr>
          <p:cNvGraphicFramePr/>
          <p:nvPr/>
        </p:nvGraphicFramePr>
        <p:xfrm>
          <a:off x="2920219" y="19100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7711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28B30-8ADA-4FA3-85B3-5F68B4396CD4}"/>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69D51AAB-278B-9797-7619-4D0DDECD7994}"/>
              </a:ext>
            </a:extLst>
          </p:cNvPr>
          <p:cNvPicPr>
            <a:picLocks noChangeAspect="1"/>
          </p:cNvPicPr>
          <p:nvPr/>
        </p:nvPicPr>
        <p:blipFill>
          <a:blip r:embed="rId2"/>
          <a:stretch>
            <a:fillRect/>
          </a:stretch>
        </p:blipFill>
        <p:spPr>
          <a:xfrm>
            <a:off x="4136797" y="497066"/>
            <a:ext cx="8055203" cy="6360934"/>
          </a:xfrm>
          <a:prstGeom prst="rect">
            <a:avLst/>
          </a:prstGeom>
        </p:spPr>
      </p:pic>
      <p:sp>
        <p:nvSpPr>
          <p:cNvPr id="2" name="タイトル 1">
            <a:extLst>
              <a:ext uri="{FF2B5EF4-FFF2-40B4-BE49-F238E27FC236}">
                <a16:creationId xmlns:a16="http://schemas.microsoft.com/office/drawing/2014/main" id="{9231600C-8DF7-419B-9C43-4A54D030B082}"/>
              </a:ext>
            </a:extLst>
          </p:cNvPr>
          <p:cNvSpPr>
            <a:spLocks noGrp="1"/>
          </p:cNvSpPr>
          <p:nvPr>
            <p:ph type="title"/>
          </p:nvPr>
        </p:nvSpPr>
        <p:spPr>
          <a:xfrm>
            <a:off x="162951" y="238516"/>
            <a:ext cx="10515600" cy="1325563"/>
          </a:xfrm>
        </p:spPr>
        <p:txBody>
          <a:bodyPr/>
          <a:lstStyle/>
          <a:p>
            <a:r>
              <a:rPr kumimoji="1" lang="ja-JP" altLang="en-US" dirty="0"/>
              <a:t>外傷</a:t>
            </a:r>
            <a:r>
              <a:rPr lang="ja-JP" altLang="en-US" dirty="0"/>
              <a:t>を学ぶこと</a:t>
            </a:r>
            <a:endParaRPr kumimoji="1" lang="ja-JP" altLang="en-US" dirty="0"/>
          </a:p>
        </p:txBody>
      </p:sp>
      <p:sp>
        <p:nvSpPr>
          <p:cNvPr id="4" name="正方形/長方形 3">
            <a:extLst>
              <a:ext uri="{FF2B5EF4-FFF2-40B4-BE49-F238E27FC236}">
                <a16:creationId xmlns:a16="http://schemas.microsoft.com/office/drawing/2014/main" id="{586AD9B2-214D-A085-02A7-B048D82A66B2}"/>
              </a:ext>
            </a:extLst>
          </p:cNvPr>
          <p:cNvSpPr/>
          <p:nvPr/>
        </p:nvSpPr>
        <p:spPr>
          <a:xfrm>
            <a:off x="0" y="1322363"/>
            <a:ext cx="420624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02DF2276-714E-3ECC-CFAB-1B2150754003}"/>
              </a:ext>
            </a:extLst>
          </p:cNvPr>
          <p:cNvSpPr>
            <a:spLocks noGrp="1"/>
          </p:cNvSpPr>
          <p:nvPr>
            <p:ph idx="1"/>
          </p:nvPr>
        </p:nvSpPr>
        <p:spPr>
          <a:xfrm>
            <a:off x="0" y="2050708"/>
            <a:ext cx="10515600" cy="4351338"/>
          </a:xfrm>
        </p:spPr>
        <p:txBody>
          <a:bodyPr/>
          <a:lstStyle/>
          <a:p>
            <a:r>
              <a:rPr lang="ja-JP" altLang="en-US" dirty="0"/>
              <a:t>外傷を学ぶ＝</a:t>
            </a:r>
            <a:r>
              <a:rPr lang="en-US" altLang="ja-JP" dirty="0"/>
              <a:t>JPTEC</a:t>
            </a:r>
          </a:p>
          <a:p>
            <a:r>
              <a:rPr lang="ja-JP" altLang="en-US" dirty="0"/>
              <a:t>国産のコースの基礎</a:t>
            </a:r>
            <a:endParaRPr lang="en-US" altLang="ja-JP" dirty="0"/>
          </a:p>
          <a:p>
            <a:r>
              <a:rPr lang="ja-JP" altLang="en-US" dirty="0"/>
              <a:t>まずは</a:t>
            </a:r>
            <a:r>
              <a:rPr lang="en-US" altLang="ja-JP" dirty="0"/>
              <a:t>JPTEC</a:t>
            </a:r>
            <a:r>
              <a:rPr lang="ja-JP" altLang="en-US" dirty="0"/>
              <a:t>から救急</a:t>
            </a:r>
            <a:endParaRPr lang="en-US" altLang="ja-JP" dirty="0"/>
          </a:p>
          <a:p>
            <a:pPr marL="0" indent="0">
              <a:buNone/>
            </a:pPr>
            <a:r>
              <a:rPr lang="ja-JP" altLang="en-US" dirty="0"/>
              <a:t>　活動の基礎を学ぶ</a:t>
            </a:r>
            <a:endParaRPr lang="en-US" altLang="ja-JP" dirty="0"/>
          </a:p>
        </p:txBody>
      </p:sp>
      <p:sp>
        <p:nvSpPr>
          <p:cNvPr id="7" name="テキスト ボックス 6">
            <a:extLst>
              <a:ext uri="{FF2B5EF4-FFF2-40B4-BE49-F238E27FC236}">
                <a16:creationId xmlns:a16="http://schemas.microsoft.com/office/drawing/2014/main" id="{07C38D58-9F79-09EF-4647-3F8523E43E3A}"/>
              </a:ext>
            </a:extLst>
          </p:cNvPr>
          <p:cNvSpPr txBox="1"/>
          <p:nvPr/>
        </p:nvSpPr>
        <p:spPr>
          <a:xfrm>
            <a:off x="5542671" y="4318781"/>
            <a:ext cx="1280160" cy="379828"/>
          </a:xfrm>
          <a:prstGeom prst="rect">
            <a:avLst/>
          </a:prstGeom>
          <a:noFill/>
        </p:spPr>
        <p:txBody>
          <a:bodyPr wrap="square" rtlCol="0">
            <a:spAutoFit/>
          </a:bodyPr>
          <a:lstStyle/>
          <a:p>
            <a:r>
              <a:rPr kumimoji="1" lang="en-US" altLang="ja-JP" b="1" dirty="0">
                <a:latin typeface="メイリオ" panose="020B0604030504040204" pitchFamily="50" charset="-128"/>
                <a:ea typeface="メイリオ" panose="020B0604030504040204" pitchFamily="50" charset="-128"/>
              </a:rPr>
              <a:t>JPTEC</a:t>
            </a:r>
            <a:endParaRPr kumimoji="1" lang="ja-JP" altLang="en-US"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254B48D9-4128-8A74-7BCA-F57550E59D1F}"/>
              </a:ext>
            </a:extLst>
          </p:cNvPr>
          <p:cNvSpPr txBox="1"/>
          <p:nvPr/>
        </p:nvSpPr>
        <p:spPr>
          <a:xfrm>
            <a:off x="5554394" y="2192215"/>
            <a:ext cx="1280160" cy="369332"/>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rPr>
              <a:t>外因性</a:t>
            </a:r>
            <a:endParaRPr kumimoji="1" lang="ja-JP" altLang="en-US" b="1" dirty="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928A58C-30C9-9F7E-AC5F-6B40F600AA30}"/>
              </a:ext>
            </a:extLst>
          </p:cNvPr>
          <p:cNvSpPr/>
          <p:nvPr/>
        </p:nvSpPr>
        <p:spPr>
          <a:xfrm>
            <a:off x="5289452" y="2096086"/>
            <a:ext cx="1434905" cy="46423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矢印コネクタ 14">
            <a:extLst>
              <a:ext uri="{FF2B5EF4-FFF2-40B4-BE49-F238E27FC236}">
                <a16:creationId xmlns:a16="http://schemas.microsoft.com/office/drawing/2014/main" id="{8C645D76-B263-25A6-103D-61D7374FC79F}"/>
              </a:ext>
            </a:extLst>
          </p:cNvPr>
          <p:cNvCxnSpPr/>
          <p:nvPr/>
        </p:nvCxnSpPr>
        <p:spPr>
          <a:xfrm>
            <a:off x="6020972" y="2588455"/>
            <a:ext cx="0" cy="1688123"/>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3337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D2E60-6015-3CC1-08DE-224B1571ECE3}"/>
              </a:ext>
            </a:extLst>
          </p:cNvPr>
          <p:cNvSpPr>
            <a:spLocks noGrp="1"/>
          </p:cNvSpPr>
          <p:nvPr>
            <p:ph type="title"/>
          </p:nvPr>
        </p:nvSpPr>
        <p:spPr/>
        <p:txBody>
          <a:bodyPr/>
          <a:lstStyle/>
          <a:p>
            <a:r>
              <a:rPr kumimoji="1" lang="ja-JP" altLang="en-US" dirty="0"/>
              <a:t>外傷</a:t>
            </a:r>
            <a:r>
              <a:rPr kumimoji="1" lang="ja-JP" altLang="en-US"/>
              <a:t>の疫学</a:t>
            </a:r>
            <a:r>
              <a:rPr kumimoji="1" lang="en-US" altLang="ja-JP" baseline="30000"/>
              <a:t>1)</a:t>
            </a:r>
            <a:endParaRPr kumimoji="1" lang="ja-JP" altLang="en-US" baseline="30000" dirty="0"/>
          </a:p>
        </p:txBody>
      </p:sp>
      <p:pic>
        <p:nvPicPr>
          <p:cNvPr id="6" name="コンテンツ プレースホルダー 5">
            <a:extLst>
              <a:ext uri="{FF2B5EF4-FFF2-40B4-BE49-F238E27FC236}">
                <a16:creationId xmlns:a16="http://schemas.microsoft.com/office/drawing/2014/main" id="{9740CDDC-77B4-D84F-44AE-AE33EBA79DEE}"/>
              </a:ext>
            </a:extLst>
          </p:cNvPr>
          <p:cNvPicPr>
            <a:picLocks noGrp="1" noChangeAspect="1"/>
          </p:cNvPicPr>
          <p:nvPr>
            <p:ph idx="1"/>
          </p:nvPr>
        </p:nvPicPr>
        <p:blipFill>
          <a:blip r:embed="rId2"/>
          <a:stretch>
            <a:fillRect/>
          </a:stretch>
        </p:blipFill>
        <p:spPr>
          <a:xfrm>
            <a:off x="5960449" y="0"/>
            <a:ext cx="5603193" cy="6910142"/>
          </a:xfrm>
        </p:spPr>
      </p:pic>
      <p:sp>
        <p:nvSpPr>
          <p:cNvPr id="4" name="正方形/長方形 3">
            <a:extLst>
              <a:ext uri="{FF2B5EF4-FFF2-40B4-BE49-F238E27FC236}">
                <a16:creationId xmlns:a16="http://schemas.microsoft.com/office/drawing/2014/main" id="{75E787D2-DE49-11A8-44EA-289FFA89B603}"/>
              </a:ext>
            </a:extLst>
          </p:cNvPr>
          <p:cNvSpPr/>
          <p:nvPr/>
        </p:nvSpPr>
        <p:spPr>
          <a:xfrm>
            <a:off x="0" y="1322363"/>
            <a:ext cx="6780628" cy="18288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75FC2EC-D9F1-9652-03B1-C0F566CDC0D7}"/>
              </a:ext>
            </a:extLst>
          </p:cNvPr>
          <p:cNvSpPr/>
          <p:nvPr/>
        </p:nvSpPr>
        <p:spPr>
          <a:xfrm>
            <a:off x="7484012" y="0"/>
            <a:ext cx="1603717" cy="365760"/>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フリーフォーム: 図形 9">
            <a:extLst>
              <a:ext uri="{FF2B5EF4-FFF2-40B4-BE49-F238E27FC236}">
                <a16:creationId xmlns:a16="http://schemas.microsoft.com/office/drawing/2014/main" id="{13647381-01AA-1869-BCD6-4792B943F7FA}"/>
              </a:ext>
            </a:extLst>
          </p:cNvPr>
          <p:cNvSpPr/>
          <p:nvPr/>
        </p:nvSpPr>
        <p:spPr>
          <a:xfrm>
            <a:off x="8932985" y="520505"/>
            <a:ext cx="703384" cy="6260123"/>
          </a:xfrm>
          <a:custGeom>
            <a:avLst/>
            <a:gdLst>
              <a:gd name="connsiteX0" fmla="*/ 0 w 703384"/>
              <a:gd name="connsiteY0" fmla="*/ 0 h 6260123"/>
              <a:gd name="connsiteX1" fmla="*/ 393895 w 703384"/>
              <a:gd name="connsiteY1" fmla="*/ 1533378 h 6260123"/>
              <a:gd name="connsiteX2" fmla="*/ 492369 w 703384"/>
              <a:gd name="connsiteY2" fmla="*/ 3094892 h 6260123"/>
              <a:gd name="connsiteX3" fmla="*/ 548640 w 703384"/>
              <a:gd name="connsiteY3" fmla="*/ 4206240 h 6260123"/>
              <a:gd name="connsiteX4" fmla="*/ 633046 w 703384"/>
              <a:gd name="connsiteY4" fmla="*/ 5725550 h 6260123"/>
              <a:gd name="connsiteX5" fmla="*/ 703384 w 703384"/>
              <a:gd name="connsiteY5" fmla="*/ 6260123 h 6260123"/>
              <a:gd name="connsiteX6" fmla="*/ 703384 w 703384"/>
              <a:gd name="connsiteY6" fmla="*/ 6260123 h 6260123"/>
              <a:gd name="connsiteX7" fmla="*/ 703384 w 703384"/>
              <a:gd name="connsiteY7" fmla="*/ 6260123 h 626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3384" h="6260123">
                <a:moveTo>
                  <a:pt x="0" y="0"/>
                </a:moveTo>
                <a:lnTo>
                  <a:pt x="393895" y="1533378"/>
                </a:lnTo>
                <a:lnTo>
                  <a:pt x="492369" y="3094892"/>
                </a:lnTo>
                <a:lnTo>
                  <a:pt x="548640" y="4206240"/>
                </a:lnTo>
                <a:lnTo>
                  <a:pt x="633046" y="5725550"/>
                </a:lnTo>
                <a:lnTo>
                  <a:pt x="703384" y="6260123"/>
                </a:lnTo>
                <a:lnTo>
                  <a:pt x="703384" y="6260123"/>
                </a:lnTo>
                <a:lnTo>
                  <a:pt x="703384" y="6260123"/>
                </a:lnTo>
              </a:path>
            </a:pathLst>
          </a:cu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876371FF-F22C-8D98-3154-BC20F38B30ED}"/>
              </a:ext>
            </a:extLst>
          </p:cNvPr>
          <p:cNvCxnSpPr/>
          <p:nvPr/>
        </p:nvCxnSpPr>
        <p:spPr>
          <a:xfrm>
            <a:off x="10325686" y="492369"/>
            <a:ext cx="126609" cy="6365631"/>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pic>
        <p:nvPicPr>
          <p:cNvPr id="14" name="図 13">
            <a:extLst>
              <a:ext uri="{FF2B5EF4-FFF2-40B4-BE49-F238E27FC236}">
                <a16:creationId xmlns:a16="http://schemas.microsoft.com/office/drawing/2014/main" id="{CFB144B7-0FC4-B636-688A-AC59BFF46B2F}"/>
              </a:ext>
            </a:extLst>
          </p:cNvPr>
          <p:cNvPicPr>
            <a:picLocks noChangeAspect="1"/>
          </p:cNvPicPr>
          <p:nvPr/>
        </p:nvPicPr>
        <p:blipFill>
          <a:blip r:embed="rId3"/>
          <a:stretch>
            <a:fillRect/>
          </a:stretch>
        </p:blipFill>
        <p:spPr>
          <a:xfrm>
            <a:off x="0" y="1702191"/>
            <a:ext cx="6808763" cy="4023359"/>
          </a:xfrm>
          <a:prstGeom prst="rect">
            <a:avLst/>
          </a:prstGeom>
        </p:spPr>
      </p:pic>
      <p:sp>
        <p:nvSpPr>
          <p:cNvPr id="3" name="正方形/長方形 2">
            <a:extLst>
              <a:ext uri="{FF2B5EF4-FFF2-40B4-BE49-F238E27FC236}">
                <a16:creationId xmlns:a16="http://schemas.microsoft.com/office/drawing/2014/main" id="{B267442F-937E-DAEF-2B79-B0735DD9BA07}"/>
              </a:ext>
            </a:extLst>
          </p:cNvPr>
          <p:cNvSpPr/>
          <p:nvPr/>
        </p:nvSpPr>
        <p:spPr>
          <a:xfrm>
            <a:off x="2938072" y="3477718"/>
            <a:ext cx="644577" cy="944380"/>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2D735BB-3699-E4EB-B83F-5B935064A54F}"/>
              </a:ext>
            </a:extLst>
          </p:cNvPr>
          <p:cNvSpPr txBox="1"/>
          <p:nvPr/>
        </p:nvSpPr>
        <p:spPr>
          <a:xfrm>
            <a:off x="196027" y="6114552"/>
            <a:ext cx="11873132" cy="369332"/>
          </a:xfrm>
          <a:prstGeom prst="rect">
            <a:avLst/>
          </a:prstGeom>
          <a:noFill/>
        </p:spPr>
        <p:txBody>
          <a:bodyPr wrap="square" rtlCol="0">
            <a:spAutoFit/>
          </a:bodyPr>
          <a:lstStyle/>
          <a:p>
            <a:r>
              <a:rPr lang="en-US" altLang="ja-JP">
                <a:latin typeface="メイリオ" panose="020B0604030504040204" pitchFamily="50" charset="-128"/>
                <a:ea typeface="メイリオ" panose="020B0604030504040204" pitchFamily="50" charset="-128"/>
              </a:rPr>
              <a:t>1)</a:t>
            </a:r>
            <a:r>
              <a:rPr lang="ja-JP" altLang="en-US">
                <a:latin typeface="メイリオ" panose="020B0604030504040204" pitchFamily="50" charset="-128"/>
                <a:ea typeface="メイリオ" panose="020B0604030504040204" pitchFamily="50" charset="-128"/>
              </a:rPr>
              <a:t>総務省消防庁：令和</a:t>
            </a:r>
            <a:r>
              <a:rPr lang="en-US" altLang="ja-JP">
                <a:latin typeface="メイリオ" panose="020B0604030504040204" pitchFamily="50" charset="-128"/>
                <a:ea typeface="メイリオ" panose="020B0604030504040204" pitchFamily="50" charset="-128"/>
              </a:rPr>
              <a:t>5</a:t>
            </a:r>
            <a:r>
              <a:rPr lang="ja-JP" altLang="en-US">
                <a:latin typeface="メイリオ" panose="020B0604030504040204" pitchFamily="50" charset="-128"/>
                <a:ea typeface="メイリオ" panose="020B0604030504040204" pitchFamily="50" charset="-128"/>
              </a:rPr>
              <a:t>年版　救急救助の現況</a:t>
            </a:r>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6922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B5309-5BD0-4D7C-C1AB-9CB57D694E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6A815D-E832-FD86-990C-19903F544B44}"/>
              </a:ext>
            </a:extLst>
          </p:cNvPr>
          <p:cNvSpPr>
            <a:spLocks noGrp="1"/>
          </p:cNvSpPr>
          <p:nvPr>
            <p:ph type="title"/>
          </p:nvPr>
        </p:nvSpPr>
        <p:spPr/>
        <p:txBody>
          <a:bodyPr/>
          <a:lstStyle/>
          <a:p>
            <a:r>
              <a:rPr kumimoji="1" lang="ja-JP" altLang="en-US" dirty="0"/>
              <a:t>外傷の疫学</a:t>
            </a:r>
          </a:p>
        </p:txBody>
      </p:sp>
      <p:sp>
        <p:nvSpPr>
          <p:cNvPr id="4" name="正方形/長方形 3">
            <a:extLst>
              <a:ext uri="{FF2B5EF4-FFF2-40B4-BE49-F238E27FC236}">
                <a16:creationId xmlns:a16="http://schemas.microsoft.com/office/drawing/2014/main" id="{826B4628-F727-DF1B-DED7-C7E38FBABD86}"/>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3E2D8BEE-E774-CFCB-86F0-B28F805FA2F8}"/>
              </a:ext>
            </a:extLst>
          </p:cNvPr>
          <p:cNvSpPr>
            <a:spLocks noGrp="1"/>
          </p:cNvSpPr>
          <p:nvPr>
            <p:ph idx="1"/>
          </p:nvPr>
        </p:nvSpPr>
        <p:spPr>
          <a:xfrm>
            <a:off x="269823" y="1573967"/>
            <a:ext cx="11452485" cy="4572000"/>
          </a:xfrm>
        </p:spPr>
        <p:txBody>
          <a:bodyPr>
            <a:normAutofit/>
          </a:bodyPr>
          <a:lstStyle/>
          <a:p>
            <a:r>
              <a:rPr lang="ja-JP" altLang="en-US" sz="3200" dirty="0"/>
              <a:t>緊急性の高い外傷傷病者に対して受傷から１時間以内に決定的治療が出来れば救命率が最大と</a:t>
            </a:r>
            <a:r>
              <a:rPr lang="ja-JP" altLang="en-US" sz="3200"/>
              <a:t>なる。</a:t>
            </a:r>
            <a:r>
              <a:rPr lang="en-US" altLang="ja-JP" sz="3200" baseline="30000"/>
              <a:t>2)3)</a:t>
            </a:r>
            <a:endParaRPr lang="en-US" altLang="ja-JP" sz="3200" baseline="30000" dirty="0"/>
          </a:p>
          <a:p>
            <a:pPr marL="0" indent="0">
              <a:buNone/>
            </a:pPr>
            <a:r>
              <a:rPr lang="ja-JP" altLang="en-US" sz="3200"/>
              <a:t>  </a:t>
            </a:r>
            <a:r>
              <a:rPr lang="ja-JP" altLang="en-US" sz="3200">
                <a:solidFill>
                  <a:srgbClr val="FF0000"/>
                </a:solidFill>
              </a:rPr>
              <a:t>ゴールデンピリオド</a:t>
            </a:r>
            <a:endParaRPr lang="en-US" altLang="ja-JP" sz="3200" dirty="0">
              <a:solidFill>
                <a:srgbClr val="FF0000"/>
              </a:solidFill>
            </a:endParaRPr>
          </a:p>
          <a:p>
            <a:endParaRPr lang="en-US" altLang="ja-JP" sz="3200" dirty="0"/>
          </a:p>
          <a:p>
            <a:r>
              <a:rPr lang="ja-JP" altLang="en-US" sz="3200" dirty="0"/>
              <a:t>受傷から最初の</a:t>
            </a:r>
            <a:r>
              <a:rPr lang="en-US" altLang="ja-JP" sz="3200" dirty="0"/>
              <a:t>10</a:t>
            </a:r>
            <a:r>
              <a:rPr lang="ja-JP" altLang="en-US" sz="3200" dirty="0"/>
              <a:t>分</a:t>
            </a:r>
            <a:endParaRPr lang="en-US" altLang="ja-JP" sz="3200" dirty="0"/>
          </a:p>
          <a:p>
            <a:pPr marL="0" indent="0">
              <a:buNone/>
            </a:pPr>
            <a:r>
              <a:rPr lang="ja-JP" altLang="en-US" sz="3200">
                <a:solidFill>
                  <a:srgbClr val="FF0000"/>
                </a:solidFill>
              </a:rPr>
              <a:t>  プラチナタイム</a:t>
            </a:r>
            <a:endParaRPr lang="ja-JP" altLang="en-US" sz="3200" dirty="0">
              <a:solidFill>
                <a:srgbClr val="FF0000"/>
              </a:solidFill>
            </a:endParaRPr>
          </a:p>
        </p:txBody>
      </p:sp>
      <p:pic>
        <p:nvPicPr>
          <p:cNvPr id="9" name="図 8">
            <a:extLst>
              <a:ext uri="{FF2B5EF4-FFF2-40B4-BE49-F238E27FC236}">
                <a16:creationId xmlns:a16="http://schemas.microsoft.com/office/drawing/2014/main" id="{D4F1E741-2CB2-B2EA-F2BF-7D42E0936C07}"/>
              </a:ext>
            </a:extLst>
          </p:cNvPr>
          <p:cNvPicPr>
            <a:picLocks noChangeAspect="1"/>
          </p:cNvPicPr>
          <p:nvPr/>
        </p:nvPicPr>
        <p:blipFill>
          <a:blip r:embed="rId2"/>
          <a:stretch>
            <a:fillRect/>
          </a:stretch>
        </p:blipFill>
        <p:spPr>
          <a:xfrm>
            <a:off x="6939584" y="3006830"/>
            <a:ext cx="3686689" cy="3038899"/>
          </a:xfrm>
          <a:prstGeom prst="rect">
            <a:avLst/>
          </a:prstGeom>
        </p:spPr>
      </p:pic>
      <p:sp>
        <p:nvSpPr>
          <p:cNvPr id="3" name="テキスト ボックス 2">
            <a:extLst>
              <a:ext uri="{FF2B5EF4-FFF2-40B4-BE49-F238E27FC236}">
                <a16:creationId xmlns:a16="http://schemas.microsoft.com/office/drawing/2014/main" id="{E7875C29-3ABA-9339-7A7D-A9BF9BB7CA46}"/>
              </a:ext>
            </a:extLst>
          </p:cNvPr>
          <p:cNvSpPr txBox="1"/>
          <p:nvPr/>
        </p:nvSpPr>
        <p:spPr>
          <a:xfrm>
            <a:off x="211017" y="5934670"/>
            <a:ext cx="11873132" cy="923330"/>
          </a:xfrm>
          <a:prstGeom prst="rect">
            <a:avLst/>
          </a:prstGeom>
          <a:noFill/>
        </p:spPr>
        <p:txBody>
          <a:bodyPr wrap="square" rtlCol="0">
            <a:spAutoFit/>
          </a:bodyPr>
          <a:lstStyle/>
          <a:p>
            <a:r>
              <a:rPr lang="en-US" altLang="ja-JP" dirty="0">
                <a:latin typeface="メイリオ" panose="020B0604030504040204" pitchFamily="50" charset="-128"/>
                <a:ea typeface="メイリオ" panose="020B0604030504040204" pitchFamily="50" charset="-128"/>
              </a:rPr>
              <a:t>2)History</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of</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the</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Shock</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Trauma</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Center; Tribute to Adams Cowley, M.D</a:t>
            </a:r>
          </a:p>
          <a:p>
            <a:r>
              <a:rPr lang="en-US" altLang="ja-JP" dirty="0">
                <a:latin typeface="メイリオ" panose="020B0604030504040204" pitchFamily="50" charset="-128"/>
                <a:ea typeface="メイリオ" panose="020B0604030504040204" pitchFamily="50" charset="-128"/>
              </a:rPr>
              <a:t>3</a:t>
            </a:r>
            <a:r>
              <a:rPr kumimoji="1" lang="en-US" altLang="ja-JP" dirty="0">
                <a:latin typeface="メイリオ" panose="020B0604030504040204" pitchFamily="50" charset="-128"/>
                <a:ea typeface="メイリオ" panose="020B0604030504040204" pitchFamily="50" charset="-128"/>
              </a:rPr>
              <a:t>)Lerner EB, </a:t>
            </a:r>
            <a:r>
              <a:rPr kumimoji="1" lang="en-US" altLang="ja-JP" dirty="0" err="1">
                <a:latin typeface="メイリオ" panose="020B0604030504040204" pitchFamily="50" charset="-128"/>
                <a:ea typeface="メイリオ" panose="020B0604030504040204" pitchFamily="50" charset="-128"/>
              </a:rPr>
              <a:t>Moscati</a:t>
            </a:r>
            <a:r>
              <a:rPr kumimoji="1" lang="en-US" altLang="ja-JP" dirty="0">
                <a:latin typeface="メイリオ" panose="020B0604030504040204" pitchFamily="50" charset="-128"/>
                <a:ea typeface="メイリオ" panose="020B0604030504040204" pitchFamily="50" charset="-128"/>
              </a:rPr>
              <a:t> RM: The golden hour; Scientific fact or medical urban legend? </a:t>
            </a:r>
            <a:r>
              <a:rPr kumimoji="1" lang="en-US" altLang="ja-JP" dirty="0" err="1">
                <a:latin typeface="メイリオ" panose="020B0604030504040204" pitchFamily="50" charset="-128"/>
                <a:ea typeface="メイリオ" panose="020B0604030504040204" pitchFamily="50" charset="-128"/>
              </a:rPr>
              <a:t>Acad</a:t>
            </a:r>
            <a:r>
              <a:rPr kumimoji="1" lang="en-US" altLang="ja-JP" dirty="0">
                <a:latin typeface="メイリオ" panose="020B0604030504040204" pitchFamily="50" charset="-128"/>
                <a:ea typeface="メイリオ" panose="020B0604030504040204" pitchFamily="50" charset="-128"/>
              </a:rPr>
              <a:t> </a:t>
            </a:r>
            <a:r>
              <a:rPr kumimoji="1" lang="en-US" altLang="ja-JP" dirty="0" err="1">
                <a:latin typeface="メイリオ" panose="020B0604030504040204" pitchFamily="50" charset="-128"/>
                <a:ea typeface="メイリオ" panose="020B0604030504040204" pitchFamily="50" charset="-128"/>
              </a:rPr>
              <a:t>Emerg</a:t>
            </a:r>
            <a:r>
              <a:rPr kumimoji="1" lang="en-US" altLang="ja-JP" dirty="0">
                <a:latin typeface="メイリオ" panose="020B0604030504040204" pitchFamily="50" charset="-128"/>
                <a:ea typeface="メイリオ" panose="020B0604030504040204" pitchFamily="50" charset="-128"/>
              </a:rPr>
              <a:t> Med 2001; 8 758-60</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1697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D1F44-51B8-BCA4-3769-1563379692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0AA5AD-00A6-3500-F7DC-7E13FE3697D8}"/>
              </a:ext>
            </a:extLst>
          </p:cNvPr>
          <p:cNvSpPr>
            <a:spLocks noGrp="1"/>
          </p:cNvSpPr>
          <p:nvPr>
            <p:ph type="title"/>
          </p:nvPr>
        </p:nvSpPr>
        <p:spPr/>
        <p:txBody>
          <a:bodyPr/>
          <a:lstStyle/>
          <a:p>
            <a:r>
              <a:rPr kumimoji="1" lang="ja-JP" altLang="en-US" dirty="0"/>
              <a:t>外傷</a:t>
            </a:r>
            <a:r>
              <a:rPr lang="ja-JP" altLang="en-US" dirty="0"/>
              <a:t>傷病者の死亡時期と死亡原因</a:t>
            </a:r>
            <a:endParaRPr kumimoji="1" lang="ja-JP" altLang="en-US" dirty="0"/>
          </a:p>
        </p:txBody>
      </p:sp>
      <p:sp>
        <p:nvSpPr>
          <p:cNvPr id="4" name="正方形/長方形 3">
            <a:extLst>
              <a:ext uri="{FF2B5EF4-FFF2-40B4-BE49-F238E27FC236}">
                <a16:creationId xmlns:a16="http://schemas.microsoft.com/office/drawing/2014/main" id="{ED833BD1-C7B3-B5A0-5127-767AD32F8BEC}"/>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コンテンツ プレースホルダー 5">
            <a:extLst>
              <a:ext uri="{FF2B5EF4-FFF2-40B4-BE49-F238E27FC236}">
                <a16:creationId xmlns:a16="http://schemas.microsoft.com/office/drawing/2014/main" id="{A583BC13-78CD-FFAB-D5CE-3CEE9BC9C9AF}"/>
              </a:ext>
            </a:extLst>
          </p:cNvPr>
          <p:cNvPicPr>
            <a:picLocks noGrp="1" noChangeAspect="1"/>
          </p:cNvPicPr>
          <p:nvPr>
            <p:ph idx="1"/>
          </p:nvPr>
        </p:nvPicPr>
        <p:blipFill>
          <a:blip r:embed="rId2"/>
          <a:stretch>
            <a:fillRect/>
          </a:stretch>
        </p:blipFill>
        <p:spPr>
          <a:xfrm>
            <a:off x="1659988" y="1601115"/>
            <a:ext cx="8398411" cy="5126603"/>
          </a:xfrm>
        </p:spPr>
      </p:pic>
      <p:sp>
        <p:nvSpPr>
          <p:cNvPr id="7" name="楕円 6">
            <a:extLst>
              <a:ext uri="{FF2B5EF4-FFF2-40B4-BE49-F238E27FC236}">
                <a16:creationId xmlns:a16="http://schemas.microsoft.com/office/drawing/2014/main" id="{CBF075D7-EDCA-D127-B7B1-809E89458C8B}"/>
              </a:ext>
            </a:extLst>
          </p:cNvPr>
          <p:cNvSpPr/>
          <p:nvPr/>
        </p:nvSpPr>
        <p:spPr>
          <a:xfrm>
            <a:off x="1899138" y="1589650"/>
            <a:ext cx="1280160" cy="928468"/>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0E6C0D14-E4D2-D6E3-EC8B-6C1EAD8482C5}"/>
              </a:ext>
            </a:extLst>
          </p:cNvPr>
          <p:cNvSpPr/>
          <p:nvPr/>
        </p:nvSpPr>
        <p:spPr>
          <a:xfrm>
            <a:off x="2642381" y="2642382"/>
            <a:ext cx="1999957" cy="928468"/>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9469F0B-B2D9-21EC-6383-59DC35B0442A}"/>
              </a:ext>
            </a:extLst>
          </p:cNvPr>
          <p:cNvSpPr/>
          <p:nvPr/>
        </p:nvSpPr>
        <p:spPr>
          <a:xfrm>
            <a:off x="5706793" y="3934265"/>
            <a:ext cx="1999957" cy="928468"/>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8C1CE59-1937-DCD6-2FF1-06763C77C4F0}"/>
              </a:ext>
            </a:extLst>
          </p:cNvPr>
          <p:cNvSpPr txBox="1"/>
          <p:nvPr/>
        </p:nvSpPr>
        <p:spPr>
          <a:xfrm>
            <a:off x="3348111" y="1730326"/>
            <a:ext cx="3390314"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第１のピーク</a:t>
            </a:r>
          </a:p>
        </p:txBody>
      </p:sp>
      <p:sp>
        <p:nvSpPr>
          <p:cNvPr id="12" name="テキスト ボックス 11">
            <a:extLst>
              <a:ext uri="{FF2B5EF4-FFF2-40B4-BE49-F238E27FC236}">
                <a16:creationId xmlns:a16="http://schemas.microsoft.com/office/drawing/2014/main" id="{DD8626D2-325F-BFEC-258C-CB0B9061BFC2}"/>
              </a:ext>
            </a:extLst>
          </p:cNvPr>
          <p:cNvSpPr txBox="1"/>
          <p:nvPr/>
        </p:nvSpPr>
        <p:spPr>
          <a:xfrm>
            <a:off x="4639994" y="2881533"/>
            <a:ext cx="3390314"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第２のピーク</a:t>
            </a:r>
          </a:p>
        </p:txBody>
      </p:sp>
      <p:sp>
        <p:nvSpPr>
          <p:cNvPr id="13" name="テキスト ボックス 12">
            <a:extLst>
              <a:ext uri="{FF2B5EF4-FFF2-40B4-BE49-F238E27FC236}">
                <a16:creationId xmlns:a16="http://schemas.microsoft.com/office/drawing/2014/main" id="{85E09D20-E3D0-0E91-A72D-199A6BE6D109}"/>
              </a:ext>
            </a:extLst>
          </p:cNvPr>
          <p:cNvSpPr txBox="1"/>
          <p:nvPr/>
        </p:nvSpPr>
        <p:spPr>
          <a:xfrm>
            <a:off x="7873219" y="4201552"/>
            <a:ext cx="3390314"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第３のピーク</a:t>
            </a:r>
          </a:p>
        </p:txBody>
      </p:sp>
    </p:spTree>
    <p:extLst>
      <p:ext uri="{BB962C8B-B14F-4D97-AF65-F5344CB8AC3E}">
        <p14:creationId xmlns:p14="http://schemas.microsoft.com/office/powerpoint/2010/main" val="95994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BDD1-E00C-5AA1-ECBD-42D309BA85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54BCE5-DF58-150C-12E8-B009A4BCD9DC}"/>
              </a:ext>
            </a:extLst>
          </p:cNvPr>
          <p:cNvSpPr>
            <a:spLocks noGrp="1"/>
          </p:cNvSpPr>
          <p:nvPr>
            <p:ph type="title"/>
          </p:nvPr>
        </p:nvSpPr>
        <p:spPr/>
        <p:txBody>
          <a:bodyPr/>
          <a:lstStyle/>
          <a:p>
            <a:r>
              <a:rPr kumimoji="1" lang="ja-JP" altLang="en-US" dirty="0"/>
              <a:t>外傷</a:t>
            </a:r>
            <a:r>
              <a:rPr lang="ja-JP" altLang="en-US" dirty="0"/>
              <a:t>傷病者の死亡時期と死亡原因</a:t>
            </a:r>
            <a:endParaRPr kumimoji="1" lang="ja-JP" altLang="en-US" dirty="0"/>
          </a:p>
        </p:txBody>
      </p:sp>
      <p:sp>
        <p:nvSpPr>
          <p:cNvPr id="4" name="正方形/長方形 3">
            <a:extLst>
              <a:ext uri="{FF2B5EF4-FFF2-40B4-BE49-F238E27FC236}">
                <a16:creationId xmlns:a16="http://schemas.microsoft.com/office/drawing/2014/main" id="{77FF6E89-1CA8-2B0B-5F3F-874296A8A8B1}"/>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FD07E27D-0BCE-E39F-ECE3-0567A863A496}"/>
              </a:ext>
            </a:extLst>
          </p:cNvPr>
          <p:cNvSpPr>
            <a:spLocks noGrp="1"/>
          </p:cNvSpPr>
          <p:nvPr>
            <p:ph idx="1"/>
          </p:nvPr>
        </p:nvSpPr>
        <p:spPr>
          <a:xfrm>
            <a:off x="149902" y="1825624"/>
            <a:ext cx="11932169" cy="4755057"/>
          </a:xfrm>
        </p:spPr>
        <p:txBody>
          <a:bodyPr>
            <a:noAutofit/>
          </a:bodyPr>
          <a:lstStyle/>
          <a:p>
            <a:r>
              <a:rPr lang="ja-JP" altLang="en-US" sz="3200" dirty="0"/>
              <a:t>第１のピーク：脳脱、大動脈破裂、心破裂</a:t>
            </a:r>
            <a:endParaRPr lang="en-US" altLang="ja-JP" sz="3200" dirty="0"/>
          </a:p>
          <a:p>
            <a:pPr marL="0" indent="0">
              <a:buNone/>
            </a:pPr>
            <a:r>
              <a:rPr lang="ja-JP" altLang="en-US" sz="3200" dirty="0"/>
              <a:t>　予防医学　シートベルト、エアバック、飲酒運転取り締まり</a:t>
            </a:r>
            <a:endParaRPr lang="en-US" altLang="ja-JP" sz="3200" dirty="0"/>
          </a:p>
          <a:p>
            <a:r>
              <a:rPr lang="ja-JP" altLang="en-US" sz="3200" dirty="0"/>
              <a:t>第２のピーク：頭部外傷、胸腹部外傷、骨盤外傷</a:t>
            </a:r>
            <a:endParaRPr lang="en-US" altLang="ja-JP" sz="3200" dirty="0"/>
          </a:p>
          <a:p>
            <a:pPr marL="0" indent="0">
              <a:buNone/>
            </a:pPr>
            <a:r>
              <a:rPr lang="ja-JP" altLang="en-US" sz="3200" dirty="0"/>
              <a:t>　救急医学　プレ、インホスピタルまでの継続治療</a:t>
            </a:r>
            <a:endParaRPr lang="en-US" altLang="ja-JP" sz="3200" dirty="0"/>
          </a:p>
          <a:p>
            <a:r>
              <a:rPr lang="ja-JP" altLang="en-US" sz="3200" dirty="0"/>
              <a:t>第３のピーク：多臓器不全、敗血症</a:t>
            </a:r>
            <a:endParaRPr lang="en-US" altLang="ja-JP" sz="3200" dirty="0"/>
          </a:p>
          <a:p>
            <a:pPr marL="0" indent="0">
              <a:buNone/>
            </a:pPr>
            <a:r>
              <a:rPr lang="ja-JP" altLang="en-US" sz="3200" dirty="0"/>
              <a:t>　集中治療学</a:t>
            </a:r>
          </a:p>
        </p:txBody>
      </p:sp>
      <p:sp>
        <p:nvSpPr>
          <p:cNvPr id="3" name="正方形/長方形 2">
            <a:extLst>
              <a:ext uri="{FF2B5EF4-FFF2-40B4-BE49-F238E27FC236}">
                <a16:creationId xmlns:a16="http://schemas.microsoft.com/office/drawing/2014/main" id="{A49F5C51-4908-0E5E-44FB-04ABB4B36FFF}"/>
              </a:ext>
            </a:extLst>
          </p:cNvPr>
          <p:cNvSpPr/>
          <p:nvPr/>
        </p:nvSpPr>
        <p:spPr>
          <a:xfrm>
            <a:off x="383056" y="3320667"/>
            <a:ext cx="9615383" cy="140676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1435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96D9E-8325-12B8-B27E-909EAA6EEA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72311C-D38E-8445-8948-ED238E7FBA2E}"/>
              </a:ext>
            </a:extLst>
          </p:cNvPr>
          <p:cNvSpPr>
            <a:spLocks noGrp="1"/>
          </p:cNvSpPr>
          <p:nvPr>
            <p:ph type="title"/>
          </p:nvPr>
        </p:nvSpPr>
        <p:spPr/>
        <p:txBody>
          <a:bodyPr/>
          <a:lstStyle/>
          <a:p>
            <a:r>
              <a:rPr lang="en-US" altLang="ja-JP" dirty="0"/>
              <a:t>JPTEC</a:t>
            </a:r>
            <a:endParaRPr kumimoji="1" lang="ja-JP" altLang="en-US" dirty="0"/>
          </a:p>
        </p:txBody>
      </p:sp>
      <p:sp>
        <p:nvSpPr>
          <p:cNvPr id="4" name="正方形/長方形 3">
            <a:extLst>
              <a:ext uri="{FF2B5EF4-FFF2-40B4-BE49-F238E27FC236}">
                <a16:creationId xmlns:a16="http://schemas.microsoft.com/office/drawing/2014/main" id="{9BC9E73E-04F4-6A41-793E-603D3D9F7FB8}"/>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9B623CFE-1280-EBA2-59EF-D29BBEFBCFC7}"/>
              </a:ext>
            </a:extLst>
          </p:cNvPr>
          <p:cNvSpPr>
            <a:spLocks noGrp="1"/>
          </p:cNvSpPr>
          <p:nvPr>
            <p:ph idx="1"/>
          </p:nvPr>
        </p:nvSpPr>
        <p:spPr>
          <a:xfrm>
            <a:off x="209862" y="1603948"/>
            <a:ext cx="11722307" cy="5126635"/>
          </a:xfrm>
        </p:spPr>
        <p:txBody>
          <a:bodyPr>
            <a:normAutofit fontScale="92500"/>
          </a:bodyPr>
          <a:lstStyle/>
          <a:p>
            <a:r>
              <a:rPr lang="ja-JP" altLang="en-US" sz="3200" dirty="0"/>
              <a:t>共通言語</a:t>
            </a:r>
            <a:endParaRPr lang="en-US" altLang="ja-JP" sz="3200" dirty="0"/>
          </a:p>
          <a:p>
            <a:r>
              <a:rPr lang="ja-JP" altLang="en-US" sz="3200" dirty="0"/>
              <a:t>ロード＆ゴーの概念</a:t>
            </a:r>
            <a:endParaRPr lang="en-US" altLang="ja-JP" sz="3200" dirty="0"/>
          </a:p>
          <a:p>
            <a:r>
              <a:rPr lang="ja-JP" altLang="en-US" sz="3200" dirty="0"/>
              <a:t>３</a:t>
            </a:r>
            <a:r>
              <a:rPr lang="en-US" altLang="ja-JP" sz="3200" dirty="0"/>
              <a:t>R</a:t>
            </a:r>
          </a:p>
          <a:p>
            <a:r>
              <a:rPr lang="en-US" altLang="ja-JP" sz="3200" dirty="0"/>
              <a:t>The Right patient, in the Right time, to the Right </a:t>
            </a:r>
            <a:r>
              <a:rPr lang="en-US" altLang="ja-JP" sz="3200"/>
              <a:t>place </a:t>
            </a:r>
            <a:r>
              <a:rPr lang="ja-JP" altLang="en-US" sz="3200"/>
              <a:t>　 </a:t>
            </a:r>
            <a:r>
              <a:rPr lang="en-US" altLang="ja-JP" sz="3200"/>
              <a:t> </a:t>
            </a:r>
            <a:r>
              <a:rPr lang="ja-JP" altLang="en-US" sz="3200" dirty="0"/>
              <a:t>適切に選別した傷病者を、適切な時間内に、適切な医療機関へ</a:t>
            </a:r>
            <a:endParaRPr lang="en-US" altLang="ja-JP" sz="3200" dirty="0"/>
          </a:p>
          <a:p>
            <a:r>
              <a:rPr lang="ja-JP" altLang="en-US" sz="3200" dirty="0"/>
              <a:t>３</a:t>
            </a:r>
            <a:r>
              <a:rPr lang="en-US" altLang="ja-JP" sz="3200" dirty="0"/>
              <a:t>S</a:t>
            </a:r>
          </a:p>
          <a:p>
            <a:r>
              <a:rPr lang="en-US" altLang="ja-JP" sz="3200" dirty="0"/>
              <a:t>Speed</a:t>
            </a:r>
            <a:r>
              <a:rPr lang="ja-JP" altLang="en-US" sz="3200" dirty="0"/>
              <a:t>（迅速性）、</a:t>
            </a:r>
            <a:r>
              <a:rPr lang="en-US" altLang="ja-JP" sz="3200" dirty="0"/>
              <a:t>Skill</a:t>
            </a:r>
            <a:r>
              <a:rPr lang="ja-JP" altLang="en-US" sz="3200" dirty="0"/>
              <a:t>（手技）、 </a:t>
            </a:r>
            <a:r>
              <a:rPr lang="en-US" altLang="ja-JP" sz="3200" dirty="0"/>
              <a:t>Stream</a:t>
            </a:r>
            <a:r>
              <a:rPr lang="ja-JP" altLang="en-US" sz="3200" dirty="0"/>
              <a:t>（流れ）</a:t>
            </a:r>
            <a:endParaRPr lang="en-US" altLang="ja-JP" sz="3200" dirty="0"/>
          </a:p>
        </p:txBody>
      </p:sp>
    </p:spTree>
    <p:extLst>
      <p:ext uri="{BB962C8B-B14F-4D97-AF65-F5344CB8AC3E}">
        <p14:creationId xmlns:p14="http://schemas.microsoft.com/office/powerpoint/2010/main" val="91309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BCB16-554A-A410-E982-AD863A4E30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AF6392-09F1-22C2-3A55-072C48BD74E0}"/>
              </a:ext>
            </a:extLst>
          </p:cNvPr>
          <p:cNvSpPr>
            <a:spLocks noGrp="1"/>
          </p:cNvSpPr>
          <p:nvPr>
            <p:ph type="title"/>
          </p:nvPr>
        </p:nvSpPr>
        <p:spPr/>
        <p:txBody>
          <a:bodyPr/>
          <a:lstStyle/>
          <a:p>
            <a:r>
              <a:rPr kumimoji="1" lang="ja-JP" altLang="en-US" dirty="0"/>
              <a:t>ロード＆ゴーとは</a:t>
            </a:r>
          </a:p>
        </p:txBody>
      </p:sp>
      <p:sp>
        <p:nvSpPr>
          <p:cNvPr id="4" name="正方形/長方形 3">
            <a:extLst>
              <a:ext uri="{FF2B5EF4-FFF2-40B4-BE49-F238E27FC236}">
                <a16:creationId xmlns:a16="http://schemas.microsoft.com/office/drawing/2014/main" id="{A7B586B3-4CE7-3516-E5EB-3F67AB9474E6}"/>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E72D8CEB-4B83-E760-D409-E4F4F42D2495}"/>
              </a:ext>
            </a:extLst>
          </p:cNvPr>
          <p:cNvSpPr>
            <a:spLocks noGrp="1"/>
          </p:cNvSpPr>
          <p:nvPr>
            <p:ph idx="1"/>
          </p:nvPr>
        </p:nvSpPr>
        <p:spPr>
          <a:xfrm>
            <a:off x="209862" y="1558977"/>
            <a:ext cx="11827240" cy="4781862"/>
          </a:xfrm>
        </p:spPr>
        <p:txBody>
          <a:bodyPr>
            <a:normAutofit/>
          </a:bodyPr>
          <a:lstStyle/>
          <a:p>
            <a:r>
              <a:rPr lang="ja-JP" altLang="en-US"/>
              <a:t>生命</a:t>
            </a:r>
            <a:r>
              <a:rPr lang="ja-JP" altLang="en-US" dirty="0"/>
              <a:t>維持に必要な処置のみを行って一刻も早く外傷治療が可能な医療機関へ搬送するための判断と行為の全体的</a:t>
            </a:r>
            <a:r>
              <a:rPr lang="ja-JP" altLang="en-US"/>
              <a:t>な概念</a:t>
            </a:r>
            <a:r>
              <a:rPr lang="en-US" altLang="ja-JP" baseline="30000" dirty="0"/>
              <a:t>4</a:t>
            </a:r>
            <a:r>
              <a:rPr lang="en-US" altLang="ja-JP" baseline="30000"/>
              <a:t>)</a:t>
            </a:r>
            <a:endParaRPr lang="en-US" altLang="ja-JP" baseline="30000" dirty="0"/>
          </a:p>
          <a:p>
            <a:r>
              <a:rPr lang="ja-JP" altLang="en-US" dirty="0"/>
              <a:t>外傷傷病者は医療機関でしか根本治療が出来ない</a:t>
            </a:r>
            <a:endParaRPr lang="en-US" altLang="ja-JP" dirty="0"/>
          </a:p>
          <a:p>
            <a:r>
              <a:rPr lang="ja-JP" altLang="en-US"/>
              <a:t>もたもた</a:t>
            </a:r>
            <a:r>
              <a:rPr lang="ja-JP" altLang="en-US" dirty="0"/>
              <a:t>してると</a:t>
            </a:r>
            <a:r>
              <a:rPr lang="en-US" altLang="ja-JP" dirty="0"/>
              <a:t>CPA</a:t>
            </a:r>
            <a:r>
              <a:rPr lang="ja-JP" altLang="en-US" dirty="0"/>
              <a:t>になってしまう。最低限の処置で最速で病院へ</a:t>
            </a:r>
            <a:r>
              <a:rPr lang="ja-JP" altLang="en-US"/>
              <a:t>行きたい。</a:t>
            </a:r>
            <a:endParaRPr lang="en-US" altLang="ja-JP"/>
          </a:p>
          <a:p>
            <a:r>
              <a:rPr lang="en-US" altLang="ja-JP"/>
              <a:t>JPTEC</a:t>
            </a:r>
            <a:r>
              <a:rPr lang="ja-JP" altLang="en-US"/>
              <a:t>の根幹をなす概念</a:t>
            </a:r>
            <a:endParaRPr lang="en-US" altLang="ja-JP"/>
          </a:p>
        </p:txBody>
      </p:sp>
      <p:sp>
        <p:nvSpPr>
          <p:cNvPr id="3" name="テキスト ボックス 2">
            <a:extLst>
              <a:ext uri="{FF2B5EF4-FFF2-40B4-BE49-F238E27FC236}">
                <a16:creationId xmlns:a16="http://schemas.microsoft.com/office/drawing/2014/main" id="{05515F3F-4977-7D6E-7DE2-2E1246300B09}"/>
              </a:ext>
            </a:extLst>
          </p:cNvPr>
          <p:cNvSpPr txBox="1"/>
          <p:nvPr/>
        </p:nvSpPr>
        <p:spPr>
          <a:xfrm>
            <a:off x="956603" y="6344529"/>
            <a:ext cx="8651631" cy="369332"/>
          </a:xfrm>
          <a:prstGeom prst="rect">
            <a:avLst/>
          </a:prstGeom>
          <a:noFill/>
        </p:spPr>
        <p:txBody>
          <a:bodyPr wrap="square" rtlCol="0">
            <a:spAutoFit/>
          </a:bodyPr>
          <a:lstStyle/>
          <a:p>
            <a:r>
              <a:rPr lang="en-US" altLang="ja-JP" dirty="0">
                <a:latin typeface="メイリオ" panose="020B0604030504040204" pitchFamily="50" charset="-128"/>
                <a:ea typeface="メイリオ" panose="020B0604030504040204" pitchFamily="50" charset="-128"/>
              </a:rPr>
              <a:t>4</a:t>
            </a:r>
            <a:r>
              <a:rPr kumimoji="1" lang="en-US" altLang="ja-JP">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ヘルス出版　</a:t>
            </a:r>
            <a:r>
              <a:rPr kumimoji="1" lang="en-US" altLang="ja-JP" dirty="0">
                <a:latin typeface="メイリオ" panose="020B0604030504040204" pitchFamily="50" charset="-128"/>
                <a:ea typeface="メイリオ" panose="020B0604030504040204" pitchFamily="50" charset="-128"/>
              </a:rPr>
              <a:t>JPTEC</a:t>
            </a:r>
            <a:r>
              <a:rPr kumimoji="1" lang="ja-JP" altLang="en-US" dirty="0">
                <a:latin typeface="メイリオ" panose="020B0604030504040204" pitchFamily="50" charset="-128"/>
                <a:ea typeface="メイリオ" panose="020B0604030504040204" pitchFamily="50" charset="-128"/>
              </a:rPr>
              <a:t>ガイドブック改訂第２版　</a:t>
            </a:r>
            <a:r>
              <a:rPr kumimoji="1" lang="en-US" altLang="ja-JP" dirty="0">
                <a:latin typeface="メイリオ" panose="020B0604030504040204" pitchFamily="50" charset="-128"/>
                <a:ea typeface="メイリオ" panose="020B0604030504040204" pitchFamily="50" charset="-128"/>
              </a:rPr>
              <a:t>p9</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3587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wipe(down)">
                                      <p:cBhvr>
                                        <p:cTn id="7" dur="500"/>
                                        <p:tgtEl>
                                          <p:spTgt spid="5">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wipe(down)">
                                      <p:cBhvr>
                                        <p:cTn id="10"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25805-7D4A-4721-2C14-0A875ABB3E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DC371D-D4B3-3553-8BBD-256DA4FA7208}"/>
              </a:ext>
            </a:extLst>
          </p:cNvPr>
          <p:cNvSpPr>
            <a:spLocks noGrp="1"/>
          </p:cNvSpPr>
          <p:nvPr>
            <p:ph type="title"/>
          </p:nvPr>
        </p:nvSpPr>
        <p:spPr/>
        <p:txBody>
          <a:bodyPr/>
          <a:lstStyle/>
          <a:p>
            <a:r>
              <a:rPr lang="ja-JP" altLang="en-US" dirty="0"/>
              <a:t>状況</a:t>
            </a:r>
            <a:r>
              <a:rPr kumimoji="1" lang="ja-JP" altLang="en-US" dirty="0"/>
              <a:t>評価</a:t>
            </a:r>
          </a:p>
        </p:txBody>
      </p:sp>
      <p:sp>
        <p:nvSpPr>
          <p:cNvPr id="4" name="正方形/長方形 3">
            <a:extLst>
              <a:ext uri="{FF2B5EF4-FFF2-40B4-BE49-F238E27FC236}">
                <a16:creationId xmlns:a16="http://schemas.microsoft.com/office/drawing/2014/main" id="{CD20EAB9-FCF4-3AED-102E-1EF3E846B193}"/>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0C380DC3-0EBE-D602-BC84-570EA7BF55FC}"/>
              </a:ext>
            </a:extLst>
          </p:cNvPr>
          <p:cNvSpPr>
            <a:spLocks noGrp="1"/>
          </p:cNvSpPr>
          <p:nvPr>
            <p:ph idx="1"/>
          </p:nvPr>
        </p:nvSpPr>
        <p:spPr>
          <a:xfrm>
            <a:off x="422031" y="1825624"/>
            <a:ext cx="11600080" cy="5032375"/>
          </a:xfrm>
        </p:spPr>
        <p:txBody>
          <a:bodyPr>
            <a:normAutofit fontScale="92500" lnSpcReduction="20000"/>
          </a:bodyPr>
          <a:lstStyle/>
          <a:p>
            <a:pPr marL="0" indent="0">
              <a:buNone/>
            </a:pPr>
            <a:r>
              <a:rPr lang="ja-JP" altLang="en-US" dirty="0"/>
              <a:t>出動要請時に確認すべき情報</a:t>
            </a:r>
            <a:endParaRPr lang="en-US" altLang="ja-JP" dirty="0"/>
          </a:p>
          <a:p>
            <a:pPr marL="0" indent="0">
              <a:buNone/>
            </a:pPr>
            <a:r>
              <a:rPr lang="ja-JP" altLang="en-US" dirty="0"/>
              <a:t>・事故の概要・傷病者の状態（閉じ込め、重量物の下敷き）・主訴</a:t>
            </a:r>
            <a:endParaRPr lang="en-US" altLang="ja-JP" dirty="0"/>
          </a:p>
          <a:p>
            <a:pPr marL="0" indent="0">
              <a:buNone/>
            </a:pPr>
            <a:r>
              <a:rPr lang="ja-JP" altLang="en-US" dirty="0"/>
              <a:t>・受傷部位・傷病者の容態・年齢・性別</a:t>
            </a:r>
            <a:endParaRPr lang="en-US" altLang="ja-JP" dirty="0"/>
          </a:p>
          <a:p>
            <a:pPr marL="0" indent="0">
              <a:buNone/>
            </a:pPr>
            <a:r>
              <a:rPr lang="ja-JP" altLang="en-US" dirty="0"/>
              <a:t>感染防御</a:t>
            </a:r>
            <a:endParaRPr lang="en-US" altLang="ja-JP" dirty="0"/>
          </a:p>
          <a:p>
            <a:pPr marL="0" indent="0">
              <a:buNone/>
            </a:pPr>
            <a:r>
              <a:rPr lang="ja-JP" altLang="en-US" dirty="0"/>
              <a:t>・手袋、ガウン、ゴーグルは必須</a:t>
            </a:r>
            <a:endParaRPr lang="en-US" altLang="ja-JP" dirty="0"/>
          </a:p>
          <a:p>
            <a:pPr marL="0" indent="0">
              <a:buNone/>
            </a:pPr>
            <a:r>
              <a:rPr lang="ja-JP" altLang="en-US" dirty="0"/>
              <a:t>携行資機材</a:t>
            </a:r>
            <a:endParaRPr lang="en-US" altLang="ja-JP" dirty="0"/>
          </a:p>
          <a:p>
            <a:pPr marL="0" indent="0">
              <a:buNone/>
            </a:pPr>
            <a:r>
              <a:rPr lang="ja-JP" altLang="en-US" dirty="0"/>
              <a:t>・固定具、呼吸管理資機材、外傷セットなど</a:t>
            </a:r>
            <a:endParaRPr lang="en-US" altLang="ja-JP" dirty="0"/>
          </a:p>
          <a:p>
            <a:pPr marL="0" indent="0">
              <a:buNone/>
            </a:pPr>
            <a:r>
              <a:rPr lang="ja-JP" altLang="en-US" dirty="0"/>
              <a:t>応援隊の要否</a:t>
            </a:r>
            <a:endParaRPr lang="en-US" altLang="ja-JP" dirty="0"/>
          </a:p>
          <a:p>
            <a:pPr marL="0" indent="0">
              <a:buNone/>
            </a:pPr>
            <a:r>
              <a:rPr lang="ja-JP" altLang="en-US" dirty="0"/>
              <a:t>・消防隊　救助隊　救急隊　ドクターカー　ドクターヘリ</a:t>
            </a:r>
            <a:endParaRPr lang="en-US" altLang="ja-JP" dirty="0"/>
          </a:p>
        </p:txBody>
      </p:sp>
    </p:spTree>
    <p:extLst>
      <p:ext uri="{BB962C8B-B14F-4D97-AF65-F5344CB8AC3E}">
        <p14:creationId xmlns:p14="http://schemas.microsoft.com/office/powerpoint/2010/main" val="2487541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C3CF-91B1-A225-4220-6D5AEFF470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5D6767-0F17-0D4A-391D-68CA23B33E71}"/>
              </a:ext>
            </a:extLst>
          </p:cNvPr>
          <p:cNvSpPr>
            <a:spLocks noGrp="1"/>
          </p:cNvSpPr>
          <p:nvPr>
            <p:ph type="title"/>
          </p:nvPr>
        </p:nvSpPr>
        <p:spPr/>
        <p:txBody>
          <a:bodyPr/>
          <a:lstStyle/>
          <a:p>
            <a:r>
              <a:rPr lang="ja-JP" altLang="en-US" dirty="0"/>
              <a:t>状況</a:t>
            </a:r>
            <a:r>
              <a:rPr kumimoji="1" lang="ja-JP" altLang="en-US" dirty="0"/>
              <a:t>評価（高リスク受傷機転）</a:t>
            </a:r>
          </a:p>
        </p:txBody>
      </p:sp>
      <p:sp>
        <p:nvSpPr>
          <p:cNvPr id="4" name="正方形/長方形 3">
            <a:extLst>
              <a:ext uri="{FF2B5EF4-FFF2-40B4-BE49-F238E27FC236}">
                <a16:creationId xmlns:a16="http://schemas.microsoft.com/office/drawing/2014/main" id="{0FB762AD-E024-5755-409C-CDFDA56FE65E}"/>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8D978207-D1EB-AC0B-881A-36A34767A3B0}"/>
              </a:ext>
            </a:extLst>
          </p:cNvPr>
          <p:cNvSpPr>
            <a:spLocks noGrp="1"/>
          </p:cNvSpPr>
          <p:nvPr>
            <p:ph idx="1"/>
          </p:nvPr>
        </p:nvSpPr>
        <p:spPr>
          <a:xfrm>
            <a:off x="422031" y="1825624"/>
            <a:ext cx="11600080" cy="5032375"/>
          </a:xfrm>
        </p:spPr>
        <p:txBody>
          <a:bodyPr>
            <a:normAutofit fontScale="92500" lnSpcReduction="20000"/>
          </a:bodyPr>
          <a:lstStyle/>
          <a:p>
            <a:pPr marL="0" indent="0">
              <a:buNone/>
            </a:pPr>
            <a:r>
              <a:rPr lang="ja-JP" altLang="en-US" dirty="0"/>
              <a:t>同乗者の死亡した車両事故</a:t>
            </a:r>
            <a:endParaRPr lang="en-US" altLang="ja-JP" dirty="0"/>
          </a:p>
          <a:p>
            <a:pPr marL="0" indent="0">
              <a:buNone/>
            </a:pPr>
            <a:r>
              <a:rPr lang="ja-JP" altLang="en-US" dirty="0"/>
              <a:t>車外に放出された車両事故</a:t>
            </a:r>
            <a:endParaRPr lang="en-US" altLang="ja-JP" dirty="0"/>
          </a:p>
          <a:p>
            <a:pPr marL="0" indent="0">
              <a:buNone/>
            </a:pPr>
            <a:r>
              <a:rPr lang="ja-JP" altLang="en-US" dirty="0"/>
              <a:t>高度の変形を認めた車両事故</a:t>
            </a:r>
            <a:endParaRPr lang="en-US" altLang="ja-JP" dirty="0"/>
          </a:p>
          <a:p>
            <a:pPr marL="0" indent="0">
              <a:buNone/>
            </a:pPr>
            <a:r>
              <a:rPr lang="ja-JP" altLang="en-US" dirty="0"/>
              <a:t>車に轢かれた歩行者、自転車事故</a:t>
            </a:r>
            <a:endParaRPr lang="en-US" altLang="ja-JP" dirty="0"/>
          </a:p>
          <a:p>
            <a:pPr marL="0" indent="0">
              <a:buNone/>
            </a:pPr>
            <a:r>
              <a:rPr lang="ja-JP" altLang="en-US" dirty="0"/>
              <a:t>５ｍ以上もしくは</a:t>
            </a:r>
            <a:r>
              <a:rPr lang="en-US" altLang="ja-JP" dirty="0"/>
              <a:t>30km/</a:t>
            </a:r>
            <a:r>
              <a:rPr lang="ja-JP" altLang="en-US" dirty="0"/>
              <a:t>時以上のバイク事故</a:t>
            </a:r>
            <a:endParaRPr lang="en-US" altLang="ja-JP" dirty="0"/>
          </a:p>
          <a:p>
            <a:pPr marL="0" indent="0">
              <a:buNone/>
            </a:pPr>
            <a:r>
              <a:rPr lang="ja-JP" altLang="en-US" dirty="0"/>
              <a:t>高所からの墜落（</a:t>
            </a:r>
            <a:r>
              <a:rPr lang="en-US" altLang="ja-JP" dirty="0"/>
              <a:t>6m</a:t>
            </a:r>
            <a:r>
              <a:rPr lang="ja-JP" altLang="en-US" dirty="0"/>
              <a:t>以上または</a:t>
            </a:r>
            <a:r>
              <a:rPr lang="en-US" altLang="ja-JP" dirty="0"/>
              <a:t>3</a:t>
            </a:r>
            <a:r>
              <a:rPr lang="ja-JP" altLang="en-US" dirty="0"/>
              <a:t>階以上を目安</a:t>
            </a:r>
            <a:r>
              <a:rPr lang="en-US" altLang="ja-JP" dirty="0"/>
              <a:t>*</a:t>
            </a:r>
            <a:r>
              <a:rPr lang="ja-JP" altLang="en-US" dirty="0"/>
              <a:t>）</a:t>
            </a:r>
            <a:endParaRPr lang="en-US" altLang="ja-JP" dirty="0"/>
          </a:p>
          <a:p>
            <a:pPr marL="0" indent="0">
              <a:buNone/>
            </a:pPr>
            <a:r>
              <a:rPr lang="ja-JP" altLang="en-US" dirty="0"/>
              <a:t>体幹部が挟まれた</a:t>
            </a:r>
            <a:endParaRPr lang="en-US" altLang="ja-JP" dirty="0"/>
          </a:p>
          <a:p>
            <a:pPr marL="0" indent="0">
              <a:buNone/>
            </a:pPr>
            <a:r>
              <a:rPr lang="ja-JP" altLang="en-US" dirty="0"/>
              <a:t>機械器具に挟まれた</a:t>
            </a:r>
            <a:endParaRPr lang="en-US" altLang="ja-JP" dirty="0"/>
          </a:p>
          <a:p>
            <a:pPr marL="0" indent="0">
              <a:buNone/>
            </a:pPr>
            <a:r>
              <a:rPr lang="en-US" altLang="ja-JP" dirty="0"/>
              <a:t>*</a:t>
            </a:r>
            <a:r>
              <a:rPr lang="ja-JP" altLang="en-US" dirty="0"/>
              <a:t>小児：　高所からの墜落（身長の</a:t>
            </a:r>
            <a:r>
              <a:rPr lang="en-US" altLang="ja-JP" dirty="0"/>
              <a:t>2</a:t>
            </a:r>
            <a:r>
              <a:rPr lang="ja-JP" altLang="en-US" dirty="0"/>
              <a:t>～</a:t>
            </a:r>
            <a:r>
              <a:rPr lang="en-US" altLang="ja-JP" dirty="0"/>
              <a:t>3</a:t>
            </a:r>
            <a:r>
              <a:rPr lang="ja-JP" altLang="en-US" dirty="0"/>
              <a:t>倍程度の高さ）</a:t>
            </a:r>
            <a:endParaRPr lang="en-US" altLang="ja-JP" dirty="0"/>
          </a:p>
        </p:txBody>
      </p:sp>
      <p:sp>
        <p:nvSpPr>
          <p:cNvPr id="3" name="テキスト ボックス 2">
            <a:extLst>
              <a:ext uri="{FF2B5EF4-FFF2-40B4-BE49-F238E27FC236}">
                <a16:creationId xmlns:a16="http://schemas.microsoft.com/office/drawing/2014/main" id="{46BD3775-F90D-EFF6-FCF7-E5F821159C06}"/>
              </a:ext>
            </a:extLst>
          </p:cNvPr>
          <p:cNvSpPr txBox="1"/>
          <p:nvPr/>
        </p:nvSpPr>
        <p:spPr>
          <a:xfrm>
            <a:off x="1758000" y="3057755"/>
            <a:ext cx="8885016" cy="1754326"/>
          </a:xfrm>
          <a:prstGeom prst="rect">
            <a:avLst/>
          </a:prstGeom>
          <a:noFill/>
        </p:spPr>
        <p:txBody>
          <a:bodyPr wrap="square" rtlCol="0">
            <a:spAutoFit/>
          </a:bodyPr>
          <a:lstStyle/>
          <a:p>
            <a:r>
              <a:rPr lang="ja-JP" altLang="en-US" sz="5400" dirty="0">
                <a:highlight>
                  <a:srgbClr val="00FF00"/>
                </a:highlight>
              </a:rPr>
              <a:t>高リスク受傷機転</a:t>
            </a:r>
            <a:r>
              <a:rPr kumimoji="1" lang="ja-JP" altLang="en-US" sz="5400" dirty="0">
                <a:highlight>
                  <a:srgbClr val="00FF00"/>
                </a:highlight>
              </a:rPr>
              <a:t>があれば</a:t>
            </a:r>
            <a:endParaRPr kumimoji="1" lang="en-US" altLang="ja-JP" sz="5400" dirty="0">
              <a:highlight>
                <a:srgbClr val="00FF00"/>
              </a:highlight>
            </a:endParaRPr>
          </a:p>
          <a:p>
            <a:r>
              <a:rPr kumimoji="1" lang="ja-JP" altLang="en-US" sz="5400" dirty="0">
                <a:highlight>
                  <a:srgbClr val="00FF00"/>
                </a:highlight>
              </a:rPr>
              <a:t>ロード＆ゴーを考慮する</a:t>
            </a:r>
          </a:p>
        </p:txBody>
      </p:sp>
    </p:spTree>
    <p:extLst>
      <p:ext uri="{BB962C8B-B14F-4D97-AF65-F5344CB8AC3E}">
        <p14:creationId xmlns:p14="http://schemas.microsoft.com/office/powerpoint/2010/main" val="276169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51CA-012F-3848-070B-D963ADD631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CD0A43-9805-DA35-4B03-66FE35C84AF5}"/>
              </a:ext>
            </a:extLst>
          </p:cNvPr>
          <p:cNvSpPr>
            <a:spLocks noGrp="1"/>
          </p:cNvSpPr>
          <p:nvPr>
            <p:ph type="title"/>
          </p:nvPr>
        </p:nvSpPr>
        <p:spPr/>
        <p:txBody>
          <a:bodyPr/>
          <a:lstStyle/>
          <a:p>
            <a:r>
              <a:rPr kumimoji="1" lang="ja-JP" altLang="en-US" dirty="0"/>
              <a:t>初期評価（生理学的評価）</a:t>
            </a:r>
          </a:p>
        </p:txBody>
      </p:sp>
      <p:sp>
        <p:nvSpPr>
          <p:cNvPr id="4" name="正方形/長方形 3">
            <a:extLst>
              <a:ext uri="{FF2B5EF4-FFF2-40B4-BE49-F238E27FC236}">
                <a16:creationId xmlns:a16="http://schemas.microsoft.com/office/drawing/2014/main" id="{6EF76186-1039-B117-89F7-D69B8434D652}"/>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0D48EC27-F2CB-54F9-5B85-DAFCC393EA44}"/>
              </a:ext>
            </a:extLst>
          </p:cNvPr>
          <p:cNvSpPr>
            <a:spLocks noGrp="1"/>
          </p:cNvSpPr>
          <p:nvPr>
            <p:ph idx="1"/>
          </p:nvPr>
        </p:nvSpPr>
        <p:spPr>
          <a:xfrm>
            <a:off x="422031" y="1825625"/>
            <a:ext cx="10931769" cy="4351338"/>
          </a:xfrm>
        </p:spPr>
        <p:txBody>
          <a:bodyPr>
            <a:normAutofit/>
          </a:bodyPr>
          <a:lstStyle/>
          <a:p>
            <a:pPr marL="0" indent="0">
              <a:buNone/>
            </a:pPr>
            <a:r>
              <a:rPr lang="ja-JP" altLang="en-US" dirty="0"/>
              <a:t>頸椎保護し</a:t>
            </a:r>
            <a:r>
              <a:rPr lang="en-US" altLang="ja-JP" dirty="0"/>
              <a:t>ABCD</a:t>
            </a:r>
          </a:p>
          <a:p>
            <a:pPr marL="0" indent="0">
              <a:buNone/>
            </a:pPr>
            <a:r>
              <a:rPr lang="en-US" altLang="ja-JP" dirty="0"/>
              <a:t>A</a:t>
            </a:r>
            <a:r>
              <a:rPr lang="ja-JP" altLang="en-US" dirty="0"/>
              <a:t>：反応を確認し気道を評価　必要に応じて気道確保</a:t>
            </a:r>
            <a:endParaRPr lang="en-US" altLang="ja-JP" dirty="0"/>
          </a:p>
          <a:p>
            <a:pPr marL="0" indent="0">
              <a:buNone/>
            </a:pPr>
            <a:r>
              <a:rPr lang="en-US" altLang="ja-JP" dirty="0"/>
              <a:t>B</a:t>
            </a:r>
            <a:r>
              <a:rPr lang="ja-JP" altLang="en-US" dirty="0"/>
              <a:t>：呼吸の評価　必要に応じて酸素投与、補助換気</a:t>
            </a:r>
            <a:endParaRPr lang="en-US" altLang="ja-JP" dirty="0"/>
          </a:p>
          <a:p>
            <a:pPr marL="0" indent="0">
              <a:buNone/>
            </a:pPr>
            <a:r>
              <a:rPr lang="en-US" altLang="ja-JP" dirty="0"/>
              <a:t>C</a:t>
            </a:r>
            <a:r>
              <a:rPr lang="ja-JP" altLang="en-US" dirty="0"/>
              <a:t>：循環の評価　弱いか早いか　冷汗は？冷たくないか？</a:t>
            </a:r>
            <a:endParaRPr lang="en-US" altLang="ja-JP" dirty="0"/>
          </a:p>
          <a:p>
            <a:pPr marL="0" indent="0">
              <a:buNone/>
            </a:pPr>
            <a:r>
              <a:rPr lang="en-US" altLang="ja-JP" dirty="0"/>
              <a:t>D</a:t>
            </a:r>
            <a:r>
              <a:rPr lang="ja-JP" altLang="en-US" dirty="0"/>
              <a:t>：意識レベルの評価　反応がなければ圧迫刺激　桁数のみでいい　例：</a:t>
            </a:r>
            <a:r>
              <a:rPr lang="en-US" altLang="ja-JP" dirty="0"/>
              <a:t>Ⅰ</a:t>
            </a:r>
            <a:r>
              <a:rPr lang="ja-JP" altLang="en-US" dirty="0"/>
              <a:t>桁か</a:t>
            </a:r>
            <a:r>
              <a:rPr lang="en-US" altLang="ja-JP" dirty="0"/>
              <a:t>Ⅱ</a:t>
            </a:r>
            <a:r>
              <a:rPr lang="ja-JP" altLang="en-US" dirty="0"/>
              <a:t>桁か</a:t>
            </a:r>
            <a:r>
              <a:rPr lang="en-US" altLang="ja-JP" dirty="0"/>
              <a:t>Ⅲ</a:t>
            </a:r>
            <a:r>
              <a:rPr lang="ja-JP" altLang="en-US" dirty="0"/>
              <a:t>桁か</a:t>
            </a:r>
            <a:endParaRPr lang="en-US" altLang="ja-JP" dirty="0"/>
          </a:p>
        </p:txBody>
      </p:sp>
      <p:sp>
        <p:nvSpPr>
          <p:cNvPr id="3" name="テキスト ボックス 2">
            <a:extLst>
              <a:ext uri="{FF2B5EF4-FFF2-40B4-BE49-F238E27FC236}">
                <a16:creationId xmlns:a16="http://schemas.microsoft.com/office/drawing/2014/main" id="{16E246F5-A6BB-5200-273A-107E21D01C92}"/>
              </a:ext>
            </a:extLst>
          </p:cNvPr>
          <p:cNvSpPr txBox="1"/>
          <p:nvPr/>
        </p:nvSpPr>
        <p:spPr>
          <a:xfrm>
            <a:off x="393894" y="5655212"/>
            <a:ext cx="11577711" cy="923330"/>
          </a:xfrm>
          <a:prstGeom prst="rect">
            <a:avLst/>
          </a:prstGeom>
          <a:noFill/>
        </p:spPr>
        <p:txBody>
          <a:bodyPr wrap="square" rtlCol="0">
            <a:spAutoFit/>
          </a:bodyPr>
          <a:lstStyle/>
          <a:p>
            <a:r>
              <a:rPr kumimoji="1" lang="en-US" altLang="ja-JP" sz="5400" dirty="0">
                <a:highlight>
                  <a:srgbClr val="00FF00"/>
                </a:highlight>
              </a:rPr>
              <a:t>ABCD</a:t>
            </a:r>
            <a:r>
              <a:rPr kumimoji="1" lang="ja-JP" altLang="en-US" sz="5400" dirty="0">
                <a:highlight>
                  <a:srgbClr val="00FF00"/>
                </a:highlight>
              </a:rPr>
              <a:t>に異常があればロード＆ゴー</a:t>
            </a:r>
          </a:p>
        </p:txBody>
      </p:sp>
    </p:spTree>
    <p:extLst>
      <p:ext uri="{BB962C8B-B14F-4D97-AF65-F5344CB8AC3E}">
        <p14:creationId xmlns:p14="http://schemas.microsoft.com/office/powerpoint/2010/main" val="26383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7FF81-6193-BA89-DCE6-45319C92E9E9}"/>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B97982DE-810B-1A62-7009-770963BA9870}"/>
              </a:ext>
            </a:extLst>
          </p:cNvPr>
          <p:cNvPicPr>
            <a:picLocks noChangeAspect="1"/>
          </p:cNvPicPr>
          <p:nvPr/>
        </p:nvPicPr>
        <p:blipFill>
          <a:blip r:embed="rId2"/>
          <a:stretch>
            <a:fillRect/>
          </a:stretch>
        </p:blipFill>
        <p:spPr>
          <a:xfrm>
            <a:off x="7499271" y="1448870"/>
            <a:ext cx="4482866" cy="2958237"/>
          </a:xfrm>
          <a:prstGeom prst="rect">
            <a:avLst/>
          </a:prstGeom>
        </p:spPr>
      </p:pic>
      <p:sp>
        <p:nvSpPr>
          <p:cNvPr id="2" name="タイトル 1">
            <a:extLst>
              <a:ext uri="{FF2B5EF4-FFF2-40B4-BE49-F238E27FC236}">
                <a16:creationId xmlns:a16="http://schemas.microsoft.com/office/drawing/2014/main" id="{04541BF3-D599-6E8D-A3A1-A5C074665FBE}"/>
              </a:ext>
            </a:extLst>
          </p:cNvPr>
          <p:cNvSpPr>
            <a:spLocks noGrp="1"/>
          </p:cNvSpPr>
          <p:nvPr>
            <p:ph type="title"/>
          </p:nvPr>
        </p:nvSpPr>
        <p:spPr/>
        <p:txBody>
          <a:bodyPr/>
          <a:lstStyle/>
          <a:p>
            <a:r>
              <a:rPr lang="ja-JP" altLang="en-US" dirty="0"/>
              <a:t>気道の評価</a:t>
            </a:r>
            <a:endParaRPr kumimoji="1" lang="ja-JP" altLang="en-US" dirty="0"/>
          </a:p>
        </p:txBody>
      </p:sp>
      <p:sp>
        <p:nvSpPr>
          <p:cNvPr id="4" name="正方形/長方形 3">
            <a:extLst>
              <a:ext uri="{FF2B5EF4-FFF2-40B4-BE49-F238E27FC236}">
                <a16:creationId xmlns:a16="http://schemas.microsoft.com/office/drawing/2014/main" id="{E041BE41-2351-FBC2-882E-80BA60C64EE6}"/>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5620375F-4EF1-3DC5-98B8-3B55D5F74F5F}"/>
              </a:ext>
            </a:extLst>
          </p:cNvPr>
          <p:cNvSpPr>
            <a:spLocks noGrp="1"/>
          </p:cNvSpPr>
          <p:nvPr>
            <p:ph idx="1"/>
          </p:nvPr>
        </p:nvSpPr>
        <p:spPr>
          <a:xfrm>
            <a:off x="302109" y="2245350"/>
            <a:ext cx="10931769" cy="4351338"/>
          </a:xfrm>
        </p:spPr>
        <p:txBody>
          <a:bodyPr>
            <a:normAutofit/>
          </a:bodyPr>
          <a:lstStyle/>
          <a:p>
            <a:pPr marL="0" indent="0">
              <a:buNone/>
            </a:pPr>
            <a:r>
              <a:rPr lang="ja-JP" altLang="en-US" dirty="0"/>
              <a:t>声が出る→気道開通</a:t>
            </a:r>
            <a:endParaRPr lang="en-US" altLang="ja-JP" dirty="0"/>
          </a:p>
          <a:p>
            <a:pPr marL="0" indent="0">
              <a:buNone/>
            </a:pPr>
            <a:r>
              <a:rPr lang="ja-JP" altLang="en-US" dirty="0"/>
              <a:t>気道が開通していない</a:t>
            </a:r>
            <a:endParaRPr lang="en-US" altLang="ja-JP" dirty="0"/>
          </a:p>
          <a:p>
            <a:pPr marL="0" indent="0">
              <a:buNone/>
            </a:pPr>
            <a:r>
              <a:rPr lang="ja-JP" altLang="en-US" dirty="0"/>
              <a:t>　気道分泌物</a:t>
            </a:r>
            <a:endParaRPr lang="en-US" altLang="ja-JP" dirty="0"/>
          </a:p>
          <a:p>
            <a:pPr marL="0" indent="0">
              <a:buNone/>
            </a:pPr>
            <a:r>
              <a:rPr lang="en-US" altLang="ja-JP" dirty="0"/>
              <a:t>  </a:t>
            </a:r>
            <a:r>
              <a:rPr lang="ja-JP" altLang="en-US" dirty="0"/>
              <a:t>（ゴロゴロ言っている、ゴボゴボしている）→吸引</a:t>
            </a:r>
            <a:endParaRPr lang="en-US" altLang="ja-JP" dirty="0"/>
          </a:p>
          <a:p>
            <a:pPr marL="0" indent="0">
              <a:buNone/>
            </a:pPr>
            <a:r>
              <a:rPr lang="ja-JP" altLang="en-US" dirty="0"/>
              <a:t>　舌根沈下</a:t>
            </a:r>
            <a:endParaRPr lang="en-US" altLang="ja-JP" dirty="0"/>
          </a:p>
          <a:p>
            <a:pPr marL="0" indent="0">
              <a:buNone/>
            </a:pPr>
            <a:r>
              <a:rPr lang="en-US" altLang="ja-JP" dirty="0"/>
              <a:t>  </a:t>
            </a:r>
            <a:r>
              <a:rPr lang="ja-JP" altLang="en-US" dirty="0"/>
              <a:t>（いびきをかいている）→気道確保（下顎挙上法）</a:t>
            </a:r>
            <a:endParaRPr lang="en-US" altLang="ja-JP" dirty="0"/>
          </a:p>
        </p:txBody>
      </p:sp>
    </p:spTree>
    <p:extLst>
      <p:ext uri="{BB962C8B-B14F-4D97-AF65-F5344CB8AC3E}">
        <p14:creationId xmlns:p14="http://schemas.microsoft.com/office/powerpoint/2010/main" val="1757015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6FF04-A25D-5508-2C93-8A1187B20AD6}"/>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F7E6B75F-6DED-BA42-75D9-4898A5CB213B}"/>
              </a:ext>
            </a:extLst>
          </p:cNvPr>
          <p:cNvPicPr>
            <a:picLocks noChangeAspect="1"/>
          </p:cNvPicPr>
          <p:nvPr/>
        </p:nvPicPr>
        <p:blipFill>
          <a:blip r:embed="rId2"/>
          <a:stretch>
            <a:fillRect/>
          </a:stretch>
        </p:blipFill>
        <p:spPr>
          <a:xfrm>
            <a:off x="6835515" y="1667580"/>
            <a:ext cx="5140934" cy="3368664"/>
          </a:xfrm>
          <a:prstGeom prst="rect">
            <a:avLst/>
          </a:prstGeom>
        </p:spPr>
      </p:pic>
      <p:sp>
        <p:nvSpPr>
          <p:cNvPr id="2" name="タイトル 1">
            <a:extLst>
              <a:ext uri="{FF2B5EF4-FFF2-40B4-BE49-F238E27FC236}">
                <a16:creationId xmlns:a16="http://schemas.microsoft.com/office/drawing/2014/main" id="{21D8892E-149E-62B0-0C9B-0DCFA53F6608}"/>
              </a:ext>
            </a:extLst>
          </p:cNvPr>
          <p:cNvSpPr>
            <a:spLocks noGrp="1"/>
          </p:cNvSpPr>
          <p:nvPr>
            <p:ph type="title"/>
          </p:nvPr>
        </p:nvSpPr>
        <p:spPr/>
        <p:txBody>
          <a:bodyPr/>
          <a:lstStyle/>
          <a:p>
            <a:r>
              <a:rPr lang="ja-JP" altLang="en-US" dirty="0"/>
              <a:t>呼吸の評価</a:t>
            </a:r>
            <a:endParaRPr kumimoji="1" lang="ja-JP" altLang="en-US" dirty="0"/>
          </a:p>
        </p:txBody>
      </p:sp>
      <p:sp>
        <p:nvSpPr>
          <p:cNvPr id="4" name="正方形/長方形 3">
            <a:extLst>
              <a:ext uri="{FF2B5EF4-FFF2-40B4-BE49-F238E27FC236}">
                <a16:creationId xmlns:a16="http://schemas.microsoft.com/office/drawing/2014/main" id="{175C5CF0-41A8-D852-9DEF-B22B53457B66}"/>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E0F01402-414E-DE34-6A38-94273AC91FB3}"/>
              </a:ext>
            </a:extLst>
          </p:cNvPr>
          <p:cNvSpPr>
            <a:spLocks noGrp="1"/>
          </p:cNvSpPr>
          <p:nvPr>
            <p:ph idx="1"/>
          </p:nvPr>
        </p:nvSpPr>
        <p:spPr>
          <a:xfrm>
            <a:off x="422031" y="1825625"/>
            <a:ext cx="10931769" cy="4351338"/>
          </a:xfrm>
        </p:spPr>
        <p:txBody>
          <a:bodyPr>
            <a:normAutofit fontScale="92500" lnSpcReduction="20000"/>
          </a:bodyPr>
          <a:lstStyle/>
          <a:p>
            <a:pPr marL="0" indent="0">
              <a:buNone/>
            </a:pPr>
            <a:r>
              <a:rPr lang="ja-JP" altLang="en-US" dirty="0"/>
              <a:t>呼吸回数は</a:t>
            </a:r>
            <a:endParaRPr lang="en-US" altLang="ja-JP" dirty="0"/>
          </a:p>
          <a:p>
            <a:pPr marL="0" indent="0">
              <a:buNone/>
            </a:pPr>
            <a:r>
              <a:rPr lang="ja-JP" altLang="en-US" dirty="0"/>
              <a:t>　早い？遅い？正常？</a:t>
            </a:r>
            <a:endParaRPr lang="en-US" altLang="ja-JP" dirty="0"/>
          </a:p>
          <a:p>
            <a:pPr marL="0" indent="0">
              <a:buNone/>
            </a:pPr>
            <a:r>
              <a:rPr lang="ja-JP" altLang="en-US" dirty="0"/>
              <a:t>呼吸様式</a:t>
            </a:r>
            <a:endParaRPr lang="en-US" altLang="ja-JP" dirty="0"/>
          </a:p>
          <a:p>
            <a:pPr marL="0" indent="0">
              <a:buNone/>
            </a:pPr>
            <a:r>
              <a:rPr lang="ja-JP" altLang="en-US" dirty="0"/>
              <a:t>　浅い？深い？努力性の呼吸？</a:t>
            </a:r>
            <a:endParaRPr lang="en-US" altLang="ja-JP" dirty="0"/>
          </a:p>
          <a:p>
            <a:pPr marL="0" indent="0">
              <a:buNone/>
            </a:pPr>
            <a:r>
              <a:rPr lang="ja-JP" altLang="en-US" dirty="0"/>
              <a:t>（呼吸補助筋の使用）肩で息してないか？</a:t>
            </a:r>
            <a:endParaRPr lang="en-US" altLang="ja-JP" dirty="0"/>
          </a:p>
          <a:p>
            <a:pPr marL="0" indent="0">
              <a:buNone/>
            </a:pPr>
            <a:r>
              <a:rPr lang="ja-JP" altLang="en-US" dirty="0"/>
              <a:t>酸素飽和度</a:t>
            </a:r>
            <a:endParaRPr lang="en-US" altLang="ja-JP" dirty="0"/>
          </a:p>
          <a:p>
            <a:pPr marL="0" indent="0">
              <a:buNone/>
            </a:pPr>
            <a:r>
              <a:rPr lang="ja-JP" altLang="en-US" dirty="0"/>
              <a:t>　</a:t>
            </a:r>
            <a:r>
              <a:rPr lang="en-US" altLang="ja-JP" dirty="0"/>
              <a:t>SpO</a:t>
            </a:r>
            <a:r>
              <a:rPr lang="en-US" altLang="ja-JP" baseline="-25000" dirty="0"/>
              <a:t>2</a:t>
            </a:r>
            <a:r>
              <a:rPr lang="ja-JP" altLang="en-US" dirty="0"/>
              <a:t>はどうか？</a:t>
            </a:r>
            <a:endParaRPr lang="en-US" altLang="ja-JP" dirty="0"/>
          </a:p>
          <a:p>
            <a:pPr marL="0" indent="0">
              <a:buNone/>
            </a:pPr>
            <a:r>
              <a:rPr lang="ja-JP" altLang="en-US" dirty="0"/>
              <a:t>（９０％いかないと呼吸不全、９０％以上あると呼吸窮迫）</a:t>
            </a:r>
            <a:endParaRPr lang="en-US" altLang="ja-JP" baseline="-25000" dirty="0"/>
          </a:p>
        </p:txBody>
      </p:sp>
    </p:spTree>
    <p:extLst>
      <p:ext uri="{BB962C8B-B14F-4D97-AF65-F5344CB8AC3E}">
        <p14:creationId xmlns:p14="http://schemas.microsoft.com/office/powerpoint/2010/main" val="1398997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9BBC-63EB-CD90-DE22-415E319B4F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AFA192-CDD8-31D5-BD9F-F6C6F34E7FF8}"/>
              </a:ext>
            </a:extLst>
          </p:cNvPr>
          <p:cNvSpPr>
            <a:spLocks noGrp="1"/>
          </p:cNvSpPr>
          <p:nvPr>
            <p:ph type="title"/>
          </p:nvPr>
        </p:nvSpPr>
        <p:spPr/>
        <p:txBody>
          <a:bodyPr/>
          <a:lstStyle/>
          <a:p>
            <a:r>
              <a:rPr lang="ja-JP" altLang="en-US" dirty="0"/>
              <a:t>循環の評価</a:t>
            </a:r>
            <a:endParaRPr kumimoji="1" lang="ja-JP" altLang="en-US" dirty="0"/>
          </a:p>
        </p:txBody>
      </p:sp>
      <p:sp>
        <p:nvSpPr>
          <p:cNvPr id="4" name="正方形/長方形 3">
            <a:extLst>
              <a:ext uri="{FF2B5EF4-FFF2-40B4-BE49-F238E27FC236}">
                <a16:creationId xmlns:a16="http://schemas.microsoft.com/office/drawing/2014/main" id="{3BB7E0DF-211B-D89E-5A09-39A69655F977}"/>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050E36F2-C7B3-319D-9B4F-E688D8DD80C7}"/>
              </a:ext>
            </a:extLst>
          </p:cNvPr>
          <p:cNvSpPr>
            <a:spLocks noGrp="1"/>
          </p:cNvSpPr>
          <p:nvPr>
            <p:ph idx="1"/>
          </p:nvPr>
        </p:nvSpPr>
        <p:spPr>
          <a:xfrm>
            <a:off x="422031" y="1825625"/>
            <a:ext cx="11549575" cy="4898732"/>
          </a:xfrm>
        </p:spPr>
        <p:txBody>
          <a:bodyPr>
            <a:normAutofit/>
          </a:bodyPr>
          <a:lstStyle/>
          <a:p>
            <a:pPr marL="0" indent="0">
              <a:buNone/>
            </a:pPr>
            <a:r>
              <a:rPr lang="ja-JP" altLang="en-US" dirty="0"/>
              <a:t>脈拍数は</a:t>
            </a:r>
            <a:endParaRPr lang="en-US" altLang="ja-JP" dirty="0"/>
          </a:p>
          <a:p>
            <a:pPr marL="0" indent="0">
              <a:buNone/>
            </a:pPr>
            <a:r>
              <a:rPr lang="ja-JP" altLang="en-US" dirty="0"/>
              <a:t>　早い？遅い？</a:t>
            </a:r>
            <a:endParaRPr lang="en-US" altLang="ja-JP" dirty="0"/>
          </a:p>
          <a:p>
            <a:pPr marL="0" indent="0">
              <a:buNone/>
            </a:pPr>
            <a:r>
              <a:rPr lang="ja-JP" altLang="en-US" dirty="0"/>
              <a:t>脈圧</a:t>
            </a:r>
            <a:endParaRPr lang="en-US" altLang="ja-JP" dirty="0"/>
          </a:p>
          <a:p>
            <a:pPr marL="0" indent="0">
              <a:buNone/>
            </a:pPr>
            <a:r>
              <a:rPr lang="ja-JP" altLang="en-US" dirty="0"/>
              <a:t>　弱い？強い？</a:t>
            </a:r>
            <a:endParaRPr lang="en-US" altLang="ja-JP" dirty="0"/>
          </a:p>
          <a:p>
            <a:pPr marL="0" indent="0">
              <a:buNone/>
            </a:pPr>
            <a:r>
              <a:rPr lang="ja-JP" altLang="en-US" dirty="0"/>
              <a:t>皮膚所見</a:t>
            </a:r>
            <a:endParaRPr lang="en-US" altLang="ja-JP" dirty="0"/>
          </a:p>
          <a:p>
            <a:pPr marL="0" indent="0">
              <a:buNone/>
            </a:pPr>
            <a:r>
              <a:rPr lang="ja-JP" altLang="en-US" dirty="0"/>
              <a:t>　蒼白？湿潤？冷汗？</a:t>
            </a:r>
            <a:endParaRPr lang="en-US" altLang="ja-JP" dirty="0"/>
          </a:p>
          <a:p>
            <a:pPr marL="0" indent="0">
              <a:buNone/>
            </a:pPr>
            <a:r>
              <a:rPr lang="ja-JP" altLang="en-US" dirty="0"/>
              <a:t>出血は？</a:t>
            </a:r>
            <a:endParaRPr lang="en-US" altLang="ja-JP" dirty="0"/>
          </a:p>
        </p:txBody>
      </p:sp>
      <p:pic>
        <p:nvPicPr>
          <p:cNvPr id="6" name="図 5">
            <a:extLst>
              <a:ext uri="{FF2B5EF4-FFF2-40B4-BE49-F238E27FC236}">
                <a16:creationId xmlns:a16="http://schemas.microsoft.com/office/drawing/2014/main" id="{63253B9E-336A-6254-F0B4-E1ABFA09C659}"/>
              </a:ext>
            </a:extLst>
          </p:cNvPr>
          <p:cNvPicPr>
            <a:picLocks noChangeAspect="1"/>
          </p:cNvPicPr>
          <p:nvPr/>
        </p:nvPicPr>
        <p:blipFill>
          <a:blip r:embed="rId2"/>
          <a:stretch>
            <a:fillRect/>
          </a:stretch>
        </p:blipFill>
        <p:spPr>
          <a:xfrm>
            <a:off x="4461230" y="1941342"/>
            <a:ext cx="7395571" cy="4698609"/>
          </a:xfrm>
          <a:prstGeom prst="rect">
            <a:avLst/>
          </a:prstGeom>
        </p:spPr>
      </p:pic>
    </p:spTree>
    <p:extLst>
      <p:ext uri="{BB962C8B-B14F-4D97-AF65-F5344CB8AC3E}">
        <p14:creationId xmlns:p14="http://schemas.microsoft.com/office/powerpoint/2010/main" val="3700848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31D3B-A292-A37E-F4FE-55DFB567B6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003CE7-C120-450B-7079-12E168434C16}"/>
              </a:ext>
            </a:extLst>
          </p:cNvPr>
          <p:cNvSpPr>
            <a:spLocks noGrp="1"/>
          </p:cNvSpPr>
          <p:nvPr>
            <p:ph type="title"/>
          </p:nvPr>
        </p:nvSpPr>
        <p:spPr/>
        <p:txBody>
          <a:bodyPr/>
          <a:lstStyle/>
          <a:p>
            <a:r>
              <a:rPr lang="ja-JP" altLang="en-US" dirty="0"/>
              <a:t>意識の評価</a:t>
            </a:r>
            <a:endParaRPr kumimoji="1" lang="ja-JP" altLang="en-US" dirty="0"/>
          </a:p>
        </p:txBody>
      </p:sp>
      <p:sp>
        <p:nvSpPr>
          <p:cNvPr id="4" name="正方形/長方形 3">
            <a:extLst>
              <a:ext uri="{FF2B5EF4-FFF2-40B4-BE49-F238E27FC236}">
                <a16:creationId xmlns:a16="http://schemas.microsoft.com/office/drawing/2014/main" id="{7A44CBF8-0A92-FB48-5D9C-811124CCB97F}"/>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CDBEA6D4-6098-EFB2-B40B-3F79494973B3}"/>
              </a:ext>
            </a:extLst>
          </p:cNvPr>
          <p:cNvSpPr>
            <a:spLocks noGrp="1"/>
          </p:cNvSpPr>
          <p:nvPr>
            <p:ph idx="1"/>
          </p:nvPr>
        </p:nvSpPr>
        <p:spPr>
          <a:xfrm>
            <a:off x="422031" y="1825625"/>
            <a:ext cx="11549575" cy="4898732"/>
          </a:xfrm>
        </p:spPr>
        <p:txBody>
          <a:bodyPr>
            <a:normAutofit/>
          </a:bodyPr>
          <a:lstStyle/>
          <a:p>
            <a:pPr marL="0" indent="0">
              <a:buNone/>
            </a:pPr>
            <a:r>
              <a:rPr lang="en-US" altLang="ja-JP" dirty="0"/>
              <a:t>JCS</a:t>
            </a:r>
            <a:r>
              <a:rPr lang="en-US" altLang="ja-JP" b="0" i="0" dirty="0">
                <a:solidFill>
                  <a:srgbClr val="1F1F1F"/>
                </a:solidFill>
                <a:effectLst/>
                <a:latin typeface="Google Sans"/>
              </a:rPr>
              <a:t>(Japan Coma Scale)</a:t>
            </a:r>
            <a:endParaRPr lang="en-US" altLang="ja-JP" dirty="0"/>
          </a:p>
          <a:p>
            <a:pPr marL="0" indent="0">
              <a:buNone/>
            </a:pPr>
            <a:r>
              <a:rPr lang="en-US" altLang="ja-JP" dirty="0"/>
              <a:t>Ⅰ</a:t>
            </a:r>
            <a:r>
              <a:rPr lang="ja-JP" altLang="en-US" dirty="0"/>
              <a:t>刺激しないでも覚醒している状態 </a:t>
            </a:r>
            <a:r>
              <a:rPr lang="en-US" altLang="ja-JP" dirty="0"/>
              <a:t>1, 2, 3 </a:t>
            </a:r>
          </a:p>
          <a:p>
            <a:pPr marL="0" indent="0">
              <a:buNone/>
            </a:pPr>
            <a:r>
              <a:rPr lang="en-US" altLang="ja-JP" dirty="0"/>
              <a:t>Ⅱ</a:t>
            </a:r>
            <a:r>
              <a:rPr lang="ja-JP" altLang="en-US" dirty="0"/>
              <a:t>刺激で覚醒、刺激をやめると眠り込む </a:t>
            </a:r>
            <a:r>
              <a:rPr lang="en-US" altLang="ja-JP" dirty="0"/>
              <a:t>10, 20, 30 </a:t>
            </a:r>
          </a:p>
          <a:p>
            <a:pPr marL="0" indent="0">
              <a:buNone/>
            </a:pPr>
            <a:r>
              <a:rPr lang="en-US" altLang="ja-JP" dirty="0"/>
              <a:t>Ⅲ</a:t>
            </a:r>
            <a:r>
              <a:rPr lang="ja-JP" altLang="en-US" dirty="0"/>
              <a:t>刺激しても覚醒しない </a:t>
            </a:r>
            <a:r>
              <a:rPr lang="en-US" altLang="ja-JP" dirty="0"/>
              <a:t>100, 200, 300</a:t>
            </a:r>
          </a:p>
        </p:txBody>
      </p:sp>
      <p:pic>
        <p:nvPicPr>
          <p:cNvPr id="7" name="図 6">
            <a:extLst>
              <a:ext uri="{FF2B5EF4-FFF2-40B4-BE49-F238E27FC236}">
                <a16:creationId xmlns:a16="http://schemas.microsoft.com/office/drawing/2014/main" id="{5F1DB426-C0DE-A9FE-6E82-73663C0C637E}"/>
              </a:ext>
            </a:extLst>
          </p:cNvPr>
          <p:cNvPicPr>
            <a:picLocks noChangeAspect="1"/>
          </p:cNvPicPr>
          <p:nvPr/>
        </p:nvPicPr>
        <p:blipFill>
          <a:blip r:embed="rId2"/>
          <a:stretch>
            <a:fillRect/>
          </a:stretch>
        </p:blipFill>
        <p:spPr>
          <a:xfrm>
            <a:off x="7314429" y="3601329"/>
            <a:ext cx="4877571" cy="3256671"/>
          </a:xfrm>
          <a:prstGeom prst="rect">
            <a:avLst/>
          </a:prstGeom>
        </p:spPr>
      </p:pic>
    </p:spTree>
    <p:extLst>
      <p:ext uri="{BB962C8B-B14F-4D97-AF65-F5344CB8AC3E}">
        <p14:creationId xmlns:p14="http://schemas.microsoft.com/office/powerpoint/2010/main" val="3033755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31D3B-A292-A37E-F4FE-55DFB567B6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003CE7-C120-450B-7079-12E168434C16}"/>
              </a:ext>
            </a:extLst>
          </p:cNvPr>
          <p:cNvSpPr>
            <a:spLocks noGrp="1"/>
          </p:cNvSpPr>
          <p:nvPr>
            <p:ph type="title"/>
          </p:nvPr>
        </p:nvSpPr>
        <p:spPr/>
        <p:txBody>
          <a:bodyPr/>
          <a:lstStyle/>
          <a:p>
            <a:r>
              <a:rPr lang="ja-JP" altLang="en-US" dirty="0"/>
              <a:t>意識の評価</a:t>
            </a:r>
            <a:endParaRPr kumimoji="1" lang="ja-JP" altLang="en-US" dirty="0"/>
          </a:p>
        </p:txBody>
      </p:sp>
      <p:sp>
        <p:nvSpPr>
          <p:cNvPr id="4" name="正方形/長方形 3">
            <a:extLst>
              <a:ext uri="{FF2B5EF4-FFF2-40B4-BE49-F238E27FC236}">
                <a16:creationId xmlns:a16="http://schemas.microsoft.com/office/drawing/2014/main" id="{7A44CBF8-0A92-FB48-5D9C-811124CCB97F}"/>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CDBEA6D4-6098-EFB2-B40B-3F79494973B3}"/>
              </a:ext>
            </a:extLst>
          </p:cNvPr>
          <p:cNvSpPr>
            <a:spLocks noGrp="1"/>
          </p:cNvSpPr>
          <p:nvPr>
            <p:ph idx="1"/>
          </p:nvPr>
        </p:nvSpPr>
        <p:spPr>
          <a:xfrm>
            <a:off x="422031" y="1825625"/>
            <a:ext cx="4659635" cy="4898732"/>
          </a:xfrm>
        </p:spPr>
        <p:txBody>
          <a:bodyPr>
            <a:normAutofit fontScale="77500" lnSpcReduction="20000"/>
          </a:bodyPr>
          <a:lstStyle/>
          <a:p>
            <a:pPr marL="0" indent="0">
              <a:buNone/>
            </a:pPr>
            <a:r>
              <a:rPr lang="en-US" altLang="ja-JP" dirty="0"/>
              <a:t>GCS</a:t>
            </a:r>
            <a:r>
              <a:rPr lang="en-US" altLang="ja-JP" b="0" i="0" dirty="0">
                <a:solidFill>
                  <a:srgbClr val="1F1F1F"/>
                </a:solidFill>
                <a:effectLst/>
                <a:latin typeface="Google Sans"/>
              </a:rPr>
              <a:t> (Glasgow Coma Scale)</a:t>
            </a:r>
            <a:endParaRPr lang="en-US" altLang="ja-JP" dirty="0"/>
          </a:p>
          <a:p>
            <a:pPr marL="0" indent="0">
              <a:buNone/>
            </a:pPr>
            <a:r>
              <a:rPr lang="en-US" altLang="ja-JP" dirty="0"/>
              <a:t>E(eye):</a:t>
            </a:r>
            <a:r>
              <a:rPr lang="ja-JP" altLang="en-US" dirty="0"/>
              <a:t>開眼　自発的 </a:t>
            </a:r>
            <a:r>
              <a:rPr lang="en-US" altLang="ja-JP" dirty="0"/>
              <a:t>4</a:t>
            </a:r>
          </a:p>
          <a:p>
            <a:pPr marL="0" indent="0">
              <a:buNone/>
            </a:pPr>
            <a:r>
              <a:rPr lang="en-US" altLang="ja-JP" dirty="0"/>
              <a:t>                    </a:t>
            </a:r>
            <a:r>
              <a:rPr lang="ja-JP" altLang="en-US" dirty="0"/>
              <a:t>呼びかけ </a:t>
            </a:r>
            <a:r>
              <a:rPr lang="en-US" altLang="ja-JP" dirty="0"/>
              <a:t>3</a:t>
            </a:r>
          </a:p>
          <a:p>
            <a:pPr marL="0" indent="0">
              <a:buNone/>
            </a:pPr>
            <a:r>
              <a:rPr lang="en-US" altLang="ja-JP" dirty="0"/>
              <a:t>                    </a:t>
            </a:r>
            <a:r>
              <a:rPr lang="ja-JP" altLang="en-US"/>
              <a:t>圧迫刺激 </a:t>
            </a:r>
            <a:r>
              <a:rPr lang="en-US" altLang="ja-JP" dirty="0"/>
              <a:t>2</a:t>
            </a:r>
          </a:p>
          <a:p>
            <a:pPr marL="0" indent="0">
              <a:buNone/>
            </a:pPr>
            <a:r>
              <a:rPr lang="en-US" altLang="ja-JP" dirty="0"/>
              <a:t>                    </a:t>
            </a:r>
            <a:r>
              <a:rPr lang="ja-JP" altLang="en-US" dirty="0"/>
              <a:t>反応なし </a:t>
            </a:r>
            <a:r>
              <a:rPr lang="en-US" altLang="ja-JP" dirty="0"/>
              <a:t>1</a:t>
            </a:r>
          </a:p>
          <a:p>
            <a:pPr marL="0" indent="0">
              <a:buNone/>
            </a:pPr>
            <a:r>
              <a:rPr lang="en-US" altLang="ja-JP" dirty="0"/>
              <a:t>V(verbal):</a:t>
            </a:r>
            <a:r>
              <a:rPr lang="ja-JP" altLang="en-US" dirty="0"/>
              <a:t>言語　見当識あり </a:t>
            </a:r>
            <a:r>
              <a:rPr lang="en-US" altLang="ja-JP" dirty="0"/>
              <a:t>5</a:t>
            </a:r>
          </a:p>
          <a:p>
            <a:pPr marL="0" indent="0">
              <a:buNone/>
            </a:pPr>
            <a:r>
              <a:rPr lang="en-US" altLang="ja-JP" dirty="0"/>
              <a:t>                        </a:t>
            </a:r>
            <a:r>
              <a:rPr lang="ja-JP" altLang="en-US" dirty="0"/>
              <a:t>混乱した会話 </a:t>
            </a:r>
            <a:r>
              <a:rPr lang="en-US" altLang="ja-JP" dirty="0"/>
              <a:t>4</a:t>
            </a:r>
          </a:p>
          <a:p>
            <a:pPr marL="0" indent="0">
              <a:buNone/>
            </a:pPr>
            <a:r>
              <a:rPr lang="en-US" altLang="ja-JP" dirty="0"/>
              <a:t>                        </a:t>
            </a:r>
            <a:r>
              <a:rPr lang="ja-JP" altLang="en-US" dirty="0"/>
              <a:t>不明瞭な単語 </a:t>
            </a:r>
            <a:r>
              <a:rPr lang="en-US" altLang="ja-JP" dirty="0"/>
              <a:t>3</a:t>
            </a:r>
          </a:p>
          <a:p>
            <a:pPr marL="0" indent="0">
              <a:buNone/>
            </a:pPr>
            <a:r>
              <a:rPr lang="en-US" altLang="ja-JP" dirty="0"/>
              <a:t>                         </a:t>
            </a:r>
            <a:r>
              <a:rPr lang="ja-JP" altLang="en-US" dirty="0"/>
              <a:t>無意味な発生 </a:t>
            </a:r>
            <a:r>
              <a:rPr lang="en-US" altLang="ja-JP" dirty="0"/>
              <a:t>2</a:t>
            </a:r>
          </a:p>
          <a:p>
            <a:pPr marL="0" indent="0">
              <a:buNone/>
            </a:pPr>
            <a:r>
              <a:rPr lang="en-US" altLang="ja-JP" dirty="0"/>
              <a:t>                        </a:t>
            </a:r>
            <a:r>
              <a:rPr lang="ja-JP" altLang="en-US" dirty="0"/>
              <a:t> 発生なし </a:t>
            </a:r>
            <a:r>
              <a:rPr lang="en-US" altLang="ja-JP" dirty="0"/>
              <a:t>1</a:t>
            </a:r>
          </a:p>
          <a:p>
            <a:pPr marL="0" indent="0">
              <a:buNone/>
            </a:pPr>
            <a:endParaRPr lang="en-US" altLang="ja-JP" dirty="0"/>
          </a:p>
        </p:txBody>
      </p:sp>
      <p:sp>
        <p:nvSpPr>
          <p:cNvPr id="6" name="テキスト ボックス 5">
            <a:extLst>
              <a:ext uri="{FF2B5EF4-FFF2-40B4-BE49-F238E27FC236}">
                <a16:creationId xmlns:a16="http://schemas.microsoft.com/office/drawing/2014/main" id="{6DFE7E3A-10D6-22C9-85BA-F617EC5D1D37}"/>
              </a:ext>
            </a:extLst>
          </p:cNvPr>
          <p:cNvSpPr txBox="1"/>
          <p:nvPr/>
        </p:nvSpPr>
        <p:spPr>
          <a:xfrm>
            <a:off x="4804347" y="1993453"/>
            <a:ext cx="7532558" cy="2610330"/>
          </a:xfrm>
          <a:prstGeom prst="rect">
            <a:avLst/>
          </a:prstGeom>
          <a:noFill/>
        </p:spPr>
        <p:txBody>
          <a:bodyPr wrap="square">
            <a:spAutoFit/>
          </a:bodyPr>
          <a:lstStyle/>
          <a:p>
            <a:pPr marL="0" indent="0">
              <a:lnSpc>
                <a:spcPct val="125000"/>
              </a:lnSpc>
              <a:buNone/>
            </a:pPr>
            <a:r>
              <a:rPr lang="en-US" altLang="ja-JP" sz="2200" dirty="0">
                <a:latin typeface="メイリオ" panose="020B0604030504040204" pitchFamily="50" charset="-128"/>
                <a:ea typeface="メイリオ" panose="020B0604030504040204" pitchFamily="50" charset="-128"/>
              </a:rPr>
              <a:t>M(motor):</a:t>
            </a:r>
            <a:r>
              <a:rPr lang="ja-JP" altLang="en-US" sz="2200" dirty="0">
                <a:latin typeface="メイリオ" panose="020B0604030504040204" pitchFamily="50" charset="-128"/>
                <a:ea typeface="メイリオ" panose="020B0604030504040204" pitchFamily="50" charset="-128"/>
              </a:rPr>
              <a:t>運動　指示に従う </a:t>
            </a:r>
            <a:r>
              <a:rPr lang="en-US" altLang="ja-JP" sz="2200" dirty="0">
                <a:latin typeface="メイリオ" panose="020B0604030504040204" pitchFamily="50" charset="-128"/>
                <a:ea typeface="メイリオ" panose="020B0604030504040204" pitchFamily="50" charset="-128"/>
              </a:rPr>
              <a:t>6</a:t>
            </a:r>
          </a:p>
          <a:p>
            <a:pPr marL="0" indent="0">
              <a:lnSpc>
                <a:spcPct val="125000"/>
              </a:lnSpc>
              <a:buNone/>
            </a:pPr>
            <a:r>
              <a:rPr lang="en-US" altLang="ja-JP" sz="2200" dirty="0">
                <a:latin typeface="メイリオ" panose="020B0604030504040204" pitchFamily="50" charset="-128"/>
                <a:ea typeface="メイリオ" panose="020B0604030504040204" pitchFamily="50" charset="-128"/>
              </a:rPr>
              <a:t>                       </a:t>
            </a:r>
            <a:r>
              <a:rPr lang="ja-JP" altLang="en-US" sz="2200" dirty="0">
                <a:latin typeface="メイリオ" panose="020B0604030504040204" pitchFamily="50" charset="-128"/>
                <a:ea typeface="メイリオ" panose="020B0604030504040204" pitchFamily="50" charset="-128"/>
              </a:rPr>
              <a:t>痛み刺激部位に手足を持ってくる </a:t>
            </a:r>
            <a:r>
              <a:rPr lang="en-US" altLang="ja-JP" sz="2200" dirty="0">
                <a:latin typeface="メイリオ" panose="020B0604030504040204" pitchFamily="50" charset="-128"/>
                <a:ea typeface="メイリオ" panose="020B0604030504040204" pitchFamily="50" charset="-128"/>
              </a:rPr>
              <a:t>5</a:t>
            </a:r>
          </a:p>
          <a:p>
            <a:pPr marL="0" indent="0">
              <a:lnSpc>
                <a:spcPct val="125000"/>
              </a:lnSpc>
              <a:buNone/>
            </a:pPr>
            <a:r>
              <a:rPr lang="en-US" altLang="ja-JP" sz="2200" dirty="0">
                <a:latin typeface="メイリオ" panose="020B0604030504040204" pitchFamily="50" charset="-128"/>
                <a:ea typeface="メイリオ" panose="020B0604030504040204" pitchFamily="50" charset="-128"/>
              </a:rPr>
              <a:t>                       </a:t>
            </a:r>
            <a:r>
              <a:rPr lang="ja-JP" altLang="en-US" sz="2200" dirty="0">
                <a:latin typeface="メイリオ" panose="020B0604030504040204" pitchFamily="50" charset="-128"/>
                <a:ea typeface="メイリオ" panose="020B0604030504040204" pitchFamily="50" charset="-128"/>
              </a:rPr>
              <a:t>痛みで手足を引っ込める </a:t>
            </a:r>
            <a:r>
              <a:rPr lang="en-US" altLang="ja-JP" sz="2200" dirty="0">
                <a:latin typeface="メイリオ" panose="020B0604030504040204" pitchFamily="50" charset="-128"/>
                <a:ea typeface="メイリオ" panose="020B0604030504040204" pitchFamily="50" charset="-128"/>
              </a:rPr>
              <a:t>4</a:t>
            </a:r>
          </a:p>
          <a:p>
            <a:pPr marL="0" indent="0">
              <a:lnSpc>
                <a:spcPct val="125000"/>
              </a:lnSpc>
              <a:buNone/>
            </a:pPr>
            <a:r>
              <a:rPr lang="en-US" altLang="ja-JP" sz="2200" dirty="0">
                <a:latin typeface="メイリオ" panose="020B0604030504040204" pitchFamily="50" charset="-128"/>
                <a:ea typeface="メイリオ" panose="020B0604030504040204" pitchFamily="50" charset="-128"/>
              </a:rPr>
              <a:t>            </a:t>
            </a:r>
            <a:r>
              <a:rPr lang="ja-JP" altLang="en-US" sz="2200" dirty="0">
                <a:latin typeface="メイリオ" panose="020B0604030504040204" pitchFamily="50" charset="-128"/>
                <a:ea typeface="メイリオ" panose="020B0604030504040204" pitchFamily="50" charset="-128"/>
              </a:rPr>
              <a:t>　　　  上肢を屈曲させる </a:t>
            </a:r>
            <a:r>
              <a:rPr lang="en-US" altLang="ja-JP" sz="2200" dirty="0">
                <a:latin typeface="メイリオ" panose="020B0604030504040204" pitchFamily="50" charset="-128"/>
                <a:ea typeface="メイリオ" panose="020B0604030504040204" pitchFamily="50" charset="-128"/>
              </a:rPr>
              <a:t>3</a:t>
            </a:r>
          </a:p>
          <a:p>
            <a:pPr marL="0" indent="0">
              <a:lnSpc>
                <a:spcPct val="125000"/>
              </a:lnSpc>
              <a:buNone/>
            </a:pPr>
            <a:r>
              <a:rPr lang="en-US" altLang="ja-JP" sz="2200" dirty="0">
                <a:latin typeface="メイリオ" panose="020B0604030504040204" pitchFamily="50" charset="-128"/>
                <a:ea typeface="メイリオ" panose="020B0604030504040204" pitchFamily="50" charset="-128"/>
              </a:rPr>
              <a:t>                       </a:t>
            </a:r>
            <a:r>
              <a:rPr lang="ja-JP" altLang="en-US" sz="2200" dirty="0">
                <a:latin typeface="メイリオ" panose="020B0604030504040204" pitchFamily="50" charset="-128"/>
                <a:ea typeface="メイリオ" panose="020B0604030504040204" pitchFamily="50" charset="-128"/>
              </a:rPr>
              <a:t>四肢を進展させる </a:t>
            </a:r>
            <a:r>
              <a:rPr lang="en-US" altLang="ja-JP" sz="2200" dirty="0">
                <a:latin typeface="メイリオ" panose="020B0604030504040204" pitchFamily="50" charset="-128"/>
                <a:ea typeface="メイリオ" panose="020B0604030504040204" pitchFamily="50" charset="-128"/>
              </a:rPr>
              <a:t>2</a:t>
            </a:r>
          </a:p>
          <a:p>
            <a:pPr marL="0" indent="0">
              <a:lnSpc>
                <a:spcPct val="125000"/>
              </a:lnSpc>
              <a:buNone/>
            </a:pPr>
            <a:r>
              <a:rPr lang="en-US" altLang="ja-JP" sz="2200" dirty="0">
                <a:latin typeface="メイリオ" panose="020B0604030504040204" pitchFamily="50" charset="-128"/>
                <a:ea typeface="メイリオ" panose="020B0604030504040204" pitchFamily="50" charset="-128"/>
              </a:rPr>
              <a:t>           </a:t>
            </a:r>
            <a:r>
              <a:rPr lang="ja-JP" altLang="en-US" sz="2200" dirty="0">
                <a:latin typeface="メイリオ" panose="020B0604030504040204" pitchFamily="50" charset="-128"/>
                <a:ea typeface="メイリオ" panose="020B0604030504040204" pitchFamily="50" charset="-128"/>
              </a:rPr>
              <a:t>            反応なし </a:t>
            </a:r>
            <a:r>
              <a:rPr lang="en-US" altLang="ja-JP" sz="2200" dirty="0">
                <a:latin typeface="メイリオ" panose="020B0604030504040204" pitchFamily="50" charset="-128"/>
                <a:ea typeface="メイリオ" panose="020B0604030504040204" pitchFamily="50" charset="-128"/>
              </a:rPr>
              <a:t>1</a:t>
            </a:r>
            <a:endParaRPr lang="ja-JP" altLang="en-US" sz="2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4769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8290-010C-1828-1EA9-B55813A65A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F225F1-A598-D53F-032B-90C0EE7B4DBF}"/>
              </a:ext>
            </a:extLst>
          </p:cNvPr>
          <p:cNvSpPr>
            <a:spLocks noGrp="1"/>
          </p:cNvSpPr>
          <p:nvPr>
            <p:ph type="title"/>
          </p:nvPr>
        </p:nvSpPr>
        <p:spPr/>
        <p:txBody>
          <a:bodyPr/>
          <a:lstStyle/>
          <a:p>
            <a:r>
              <a:rPr lang="ja-JP" altLang="en-US" dirty="0"/>
              <a:t>ショックの分類と外傷のショック</a:t>
            </a:r>
            <a:endParaRPr kumimoji="1" lang="ja-JP" altLang="en-US" dirty="0"/>
          </a:p>
        </p:txBody>
      </p:sp>
      <p:sp>
        <p:nvSpPr>
          <p:cNvPr id="4" name="正方形/長方形 3">
            <a:extLst>
              <a:ext uri="{FF2B5EF4-FFF2-40B4-BE49-F238E27FC236}">
                <a16:creationId xmlns:a16="http://schemas.microsoft.com/office/drawing/2014/main" id="{85884F96-B18E-3069-1BE9-2917F51C56A6}"/>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55C1C556-A5DD-D93C-A086-7AD8D4B46397}"/>
              </a:ext>
            </a:extLst>
          </p:cNvPr>
          <p:cNvSpPr>
            <a:spLocks noGrp="1"/>
          </p:cNvSpPr>
          <p:nvPr>
            <p:ph idx="1"/>
          </p:nvPr>
        </p:nvSpPr>
        <p:spPr>
          <a:xfrm>
            <a:off x="422031" y="1825625"/>
            <a:ext cx="11549575" cy="4898732"/>
          </a:xfrm>
        </p:spPr>
        <p:txBody>
          <a:bodyPr>
            <a:normAutofit fontScale="92500"/>
          </a:bodyPr>
          <a:lstStyle/>
          <a:p>
            <a:pPr marL="0" indent="0">
              <a:buNone/>
            </a:pPr>
            <a:r>
              <a:rPr lang="en-US" altLang="ja-JP" sz="4400" dirty="0"/>
              <a:t>• </a:t>
            </a:r>
            <a:r>
              <a:rPr lang="ja-JP" altLang="en-US" sz="4400" dirty="0"/>
              <a:t>循環血液減少性ショック </a:t>
            </a:r>
            <a:r>
              <a:rPr lang="en-US" altLang="ja-JP" sz="4400" dirty="0"/>
              <a:t>–</a:t>
            </a:r>
            <a:r>
              <a:rPr lang="ja-JP" altLang="en-US" sz="4400" dirty="0"/>
              <a:t>出血 </a:t>
            </a:r>
            <a:endParaRPr lang="en-US" altLang="ja-JP" sz="4400" dirty="0"/>
          </a:p>
          <a:p>
            <a:pPr marL="0" indent="0">
              <a:buNone/>
            </a:pPr>
            <a:r>
              <a:rPr lang="en-US" altLang="ja-JP" sz="4400" dirty="0"/>
              <a:t>• </a:t>
            </a:r>
            <a:r>
              <a:rPr lang="ja-JP" altLang="en-US" sz="4400" dirty="0"/>
              <a:t>閉塞性ショック </a:t>
            </a:r>
            <a:r>
              <a:rPr lang="en-US" altLang="ja-JP" sz="4400" dirty="0"/>
              <a:t>–</a:t>
            </a:r>
            <a:r>
              <a:rPr lang="ja-JP" altLang="en-US" sz="4400" dirty="0"/>
              <a:t>心タンポナーデ・緊張性気胸</a:t>
            </a:r>
            <a:endParaRPr lang="en-US" altLang="ja-JP" sz="4400" dirty="0"/>
          </a:p>
          <a:p>
            <a:pPr marL="0" indent="0">
              <a:buNone/>
            </a:pPr>
            <a:r>
              <a:rPr lang="en-US" altLang="ja-JP" sz="4400" dirty="0"/>
              <a:t>• </a:t>
            </a:r>
            <a:r>
              <a:rPr lang="ja-JP" altLang="en-US" sz="4400" dirty="0"/>
              <a:t>心原性ショック </a:t>
            </a:r>
            <a:endParaRPr lang="en-US" altLang="ja-JP" sz="4400" dirty="0"/>
          </a:p>
          <a:p>
            <a:pPr marL="0" indent="0">
              <a:buNone/>
            </a:pPr>
            <a:r>
              <a:rPr lang="en-US" altLang="ja-JP" sz="4400" dirty="0"/>
              <a:t>• </a:t>
            </a:r>
            <a:r>
              <a:rPr lang="ja-JP" altLang="en-US" sz="4400" dirty="0"/>
              <a:t>血液分布異常性ショック </a:t>
            </a:r>
            <a:r>
              <a:rPr lang="en-US" altLang="ja-JP" sz="4400" dirty="0"/>
              <a:t>–</a:t>
            </a:r>
            <a:r>
              <a:rPr lang="ja-JP" altLang="en-US" sz="4400" dirty="0"/>
              <a:t>神経原性ショック</a:t>
            </a:r>
            <a:endParaRPr lang="en-US" altLang="ja-JP" sz="4400" dirty="0"/>
          </a:p>
        </p:txBody>
      </p:sp>
    </p:spTree>
    <p:extLst>
      <p:ext uri="{BB962C8B-B14F-4D97-AF65-F5344CB8AC3E}">
        <p14:creationId xmlns:p14="http://schemas.microsoft.com/office/powerpoint/2010/main" val="2116056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A6F7A-3601-D8D9-F643-391BD2BDE1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60A58E-9119-4CBF-1E33-AE3890BD9481}"/>
              </a:ext>
            </a:extLst>
          </p:cNvPr>
          <p:cNvSpPr>
            <a:spLocks noGrp="1"/>
          </p:cNvSpPr>
          <p:nvPr>
            <p:ph type="title"/>
          </p:nvPr>
        </p:nvSpPr>
        <p:spPr/>
        <p:txBody>
          <a:bodyPr/>
          <a:lstStyle/>
          <a:p>
            <a:r>
              <a:rPr lang="ja-JP" altLang="en-US" dirty="0"/>
              <a:t>観察と同時に行なうべき処置 </a:t>
            </a:r>
            <a:endParaRPr kumimoji="1" lang="ja-JP" altLang="en-US" dirty="0"/>
          </a:p>
        </p:txBody>
      </p:sp>
      <p:sp>
        <p:nvSpPr>
          <p:cNvPr id="4" name="正方形/長方形 3">
            <a:extLst>
              <a:ext uri="{FF2B5EF4-FFF2-40B4-BE49-F238E27FC236}">
                <a16:creationId xmlns:a16="http://schemas.microsoft.com/office/drawing/2014/main" id="{92D2DE2B-07E6-53B2-3431-5E1C9ADFE2B1}"/>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95007172-AF36-277C-193C-1D7864CDE8F8}"/>
              </a:ext>
            </a:extLst>
          </p:cNvPr>
          <p:cNvSpPr>
            <a:spLocks noGrp="1"/>
          </p:cNvSpPr>
          <p:nvPr>
            <p:ph idx="1"/>
          </p:nvPr>
        </p:nvSpPr>
        <p:spPr>
          <a:xfrm>
            <a:off x="422031" y="1825625"/>
            <a:ext cx="11549575" cy="4898732"/>
          </a:xfrm>
        </p:spPr>
        <p:txBody>
          <a:bodyPr>
            <a:normAutofit/>
          </a:bodyPr>
          <a:lstStyle/>
          <a:p>
            <a:pPr marL="0" indent="0">
              <a:buNone/>
            </a:pPr>
            <a:r>
              <a:rPr lang="en-US" altLang="ja-JP" dirty="0"/>
              <a:t>• </a:t>
            </a:r>
            <a:r>
              <a:rPr lang="ja-JP" altLang="en-US" dirty="0"/>
              <a:t>受傷機転から頚椎損傷を疑う ⇒ 用手的頚椎保護 </a:t>
            </a:r>
            <a:endParaRPr lang="en-US" altLang="ja-JP" dirty="0"/>
          </a:p>
          <a:p>
            <a:pPr marL="0" indent="0">
              <a:buNone/>
            </a:pPr>
            <a:r>
              <a:rPr lang="en-US" altLang="ja-JP" dirty="0"/>
              <a:t>• </a:t>
            </a:r>
            <a:r>
              <a:rPr lang="ja-JP" altLang="en-US" dirty="0"/>
              <a:t>気道の自力維持不能 ⇒ 気道確保</a:t>
            </a:r>
            <a:endParaRPr lang="en-US" altLang="ja-JP" dirty="0"/>
          </a:p>
          <a:p>
            <a:pPr marL="0" indent="0">
              <a:buNone/>
            </a:pPr>
            <a:r>
              <a:rPr lang="en-US" altLang="ja-JP" dirty="0"/>
              <a:t>• </a:t>
            </a:r>
            <a:r>
              <a:rPr lang="ja-JP" altLang="en-US" dirty="0"/>
              <a:t>明らかな浅呼吸、徐呼吸、呼吸停止 ⇒ 補助換気または人工呼吸</a:t>
            </a:r>
            <a:endParaRPr lang="en-US" altLang="ja-JP" dirty="0"/>
          </a:p>
          <a:p>
            <a:pPr marL="0" indent="0">
              <a:buNone/>
            </a:pPr>
            <a:r>
              <a:rPr lang="en-US" altLang="ja-JP" dirty="0"/>
              <a:t>• </a:t>
            </a:r>
            <a:r>
              <a:rPr lang="ja-JP" altLang="en-US" dirty="0"/>
              <a:t>高濃度酸素投与（</a:t>
            </a:r>
            <a:r>
              <a:rPr lang="en-US" altLang="ja-JP" dirty="0"/>
              <a:t>10L/</a:t>
            </a:r>
            <a:r>
              <a:rPr lang="ja-JP" altLang="en-US" dirty="0"/>
              <a:t>分以上、リザーバ付きフェイスマスク） </a:t>
            </a:r>
            <a:endParaRPr lang="en-US" altLang="ja-JP" dirty="0"/>
          </a:p>
          <a:p>
            <a:pPr marL="0" indent="0">
              <a:buNone/>
            </a:pPr>
            <a:r>
              <a:rPr lang="en-US" altLang="ja-JP" dirty="0"/>
              <a:t>• </a:t>
            </a:r>
            <a:r>
              <a:rPr lang="ja-JP" altLang="en-US" dirty="0"/>
              <a:t>活動性外出血 ⇒ 止血</a:t>
            </a:r>
            <a:endParaRPr lang="en-US" altLang="ja-JP" dirty="0"/>
          </a:p>
          <a:p>
            <a:pPr marL="0" indent="0">
              <a:buNone/>
            </a:pPr>
            <a:r>
              <a:rPr lang="en-US" altLang="ja-JP" dirty="0"/>
              <a:t>• </a:t>
            </a:r>
            <a:r>
              <a:rPr lang="ja-JP" altLang="en-US" dirty="0"/>
              <a:t>心肺停止 ⇒ 心肺蘇生 </a:t>
            </a:r>
            <a:endParaRPr lang="en-US" altLang="ja-JP" dirty="0"/>
          </a:p>
          <a:p>
            <a:pPr marL="0" indent="0">
              <a:buNone/>
            </a:pPr>
            <a:r>
              <a:rPr lang="ja-JP" altLang="en-US" dirty="0">
                <a:solidFill>
                  <a:srgbClr val="FF0000"/>
                </a:solidFill>
              </a:rPr>
              <a:t>気道確保困難、心肺停止は初期評価を中断</a:t>
            </a:r>
            <a:endParaRPr lang="en-US" altLang="ja-JP" dirty="0">
              <a:solidFill>
                <a:srgbClr val="FF0000"/>
              </a:solidFill>
            </a:endParaRPr>
          </a:p>
        </p:txBody>
      </p:sp>
    </p:spTree>
    <p:extLst>
      <p:ext uri="{BB962C8B-B14F-4D97-AF65-F5344CB8AC3E}">
        <p14:creationId xmlns:p14="http://schemas.microsoft.com/office/powerpoint/2010/main" val="671625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61077-E486-A545-1CA1-C7CF8771B7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0E649E-F7C7-DBDF-8C71-42439A5B8056}"/>
              </a:ext>
            </a:extLst>
          </p:cNvPr>
          <p:cNvSpPr>
            <a:spLocks noGrp="1"/>
          </p:cNvSpPr>
          <p:nvPr>
            <p:ph type="title"/>
          </p:nvPr>
        </p:nvSpPr>
        <p:spPr/>
        <p:txBody>
          <a:bodyPr/>
          <a:lstStyle/>
          <a:p>
            <a:r>
              <a:rPr lang="ja-JP" altLang="en-US" dirty="0"/>
              <a:t>全身観察（解剖学的評価）</a:t>
            </a:r>
            <a:endParaRPr kumimoji="1" lang="ja-JP" altLang="en-US" dirty="0"/>
          </a:p>
        </p:txBody>
      </p:sp>
      <p:sp>
        <p:nvSpPr>
          <p:cNvPr id="4" name="正方形/長方形 3">
            <a:extLst>
              <a:ext uri="{FF2B5EF4-FFF2-40B4-BE49-F238E27FC236}">
                <a16:creationId xmlns:a16="http://schemas.microsoft.com/office/drawing/2014/main" id="{DB72BF4E-DAFC-18F6-CCFD-60EBE5AF0B43}"/>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コンテンツ プレースホルダー 5">
            <a:extLst>
              <a:ext uri="{FF2B5EF4-FFF2-40B4-BE49-F238E27FC236}">
                <a16:creationId xmlns:a16="http://schemas.microsoft.com/office/drawing/2014/main" id="{3E54BE6D-313A-A8B2-E2CC-AE9BE7501B6A}"/>
              </a:ext>
            </a:extLst>
          </p:cNvPr>
          <p:cNvPicPr>
            <a:picLocks noGrp="1" noChangeAspect="1"/>
          </p:cNvPicPr>
          <p:nvPr>
            <p:ph idx="1"/>
          </p:nvPr>
        </p:nvPicPr>
        <p:blipFill>
          <a:blip r:embed="rId2"/>
          <a:stretch>
            <a:fillRect/>
          </a:stretch>
        </p:blipFill>
        <p:spPr>
          <a:xfrm>
            <a:off x="-1" y="1904903"/>
            <a:ext cx="8859187" cy="4993890"/>
          </a:xfrm>
        </p:spPr>
      </p:pic>
      <p:sp>
        <p:nvSpPr>
          <p:cNvPr id="8" name="テキスト ボックス 7">
            <a:extLst>
              <a:ext uri="{FF2B5EF4-FFF2-40B4-BE49-F238E27FC236}">
                <a16:creationId xmlns:a16="http://schemas.microsoft.com/office/drawing/2014/main" id="{E6EE8483-5B73-F072-2025-348AB74BC60B}"/>
              </a:ext>
            </a:extLst>
          </p:cNvPr>
          <p:cNvSpPr txBox="1"/>
          <p:nvPr/>
        </p:nvSpPr>
        <p:spPr>
          <a:xfrm>
            <a:off x="259215" y="1559382"/>
            <a:ext cx="6105378" cy="584775"/>
          </a:xfrm>
          <a:prstGeom prst="rect">
            <a:avLst/>
          </a:prstGeom>
          <a:noFill/>
        </p:spPr>
        <p:txBody>
          <a:bodyPr wrap="square">
            <a:spAutoFit/>
          </a:bodyPr>
          <a:lstStyle/>
          <a:p>
            <a:r>
              <a:rPr lang="en-US" altLang="ja-JP" sz="3200" b="1" dirty="0">
                <a:solidFill>
                  <a:srgbClr val="FF0000"/>
                </a:solidFill>
                <a:latin typeface="メイリオ" panose="020B0604030504040204" pitchFamily="50" charset="-128"/>
                <a:ea typeface="メイリオ" panose="020B0604030504040204" pitchFamily="50" charset="-128"/>
              </a:rPr>
              <a:t>TAF</a:t>
            </a:r>
            <a:r>
              <a:rPr lang="ja-JP" altLang="en-US" sz="3200" b="1" dirty="0">
                <a:solidFill>
                  <a:srgbClr val="FF0000"/>
                </a:solidFill>
                <a:latin typeface="メイリオ" panose="020B0604030504040204" pitchFamily="50" charset="-128"/>
                <a:ea typeface="メイリオ" panose="020B0604030504040204" pitchFamily="50" charset="-128"/>
              </a:rPr>
              <a:t>な開緊、血をみるぞ </a:t>
            </a:r>
          </a:p>
        </p:txBody>
      </p:sp>
      <p:sp>
        <p:nvSpPr>
          <p:cNvPr id="9" name="テキスト ボックス 8">
            <a:extLst>
              <a:ext uri="{FF2B5EF4-FFF2-40B4-BE49-F238E27FC236}">
                <a16:creationId xmlns:a16="http://schemas.microsoft.com/office/drawing/2014/main" id="{4CB936BE-1A1F-8395-4DB9-E92CE52D6FC1}"/>
              </a:ext>
            </a:extLst>
          </p:cNvPr>
          <p:cNvSpPr txBox="1"/>
          <p:nvPr/>
        </p:nvSpPr>
        <p:spPr>
          <a:xfrm>
            <a:off x="6359979" y="1547907"/>
            <a:ext cx="4912625" cy="923330"/>
          </a:xfrm>
          <a:prstGeom prst="rect">
            <a:avLst/>
          </a:prstGeom>
          <a:noFill/>
        </p:spPr>
        <p:txBody>
          <a:bodyPr wrap="square" rtlCol="0">
            <a:spAutoFit/>
          </a:bodyPr>
          <a:lstStyle/>
          <a:p>
            <a:r>
              <a:rPr kumimoji="1" lang="ja-JP" altLang="en-US" sz="5400" dirty="0">
                <a:highlight>
                  <a:srgbClr val="00FF00"/>
                </a:highlight>
              </a:rPr>
              <a:t>ロード＆ゴー</a:t>
            </a:r>
          </a:p>
        </p:txBody>
      </p:sp>
    </p:spTree>
    <p:extLst>
      <p:ext uri="{BB962C8B-B14F-4D97-AF65-F5344CB8AC3E}">
        <p14:creationId xmlns:p14="http://schemas.microsoft.com/office/powerpoint/2010/main" val="196465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FA90-CC8C-283A-EABA-4B9469E0CF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069FC2-5497-D064-0E8C-791A8A65C213}"/>
              </a:ext>
            </a:extLst>
          </p:cNvPr>
          <p:cNvSpPr>
            <a:spLocks noGrp="1"/>
          </p:cNvSpPr>
          <p:nvPr>
            <p:ph type="title"/>
          </p:nvPr>
        </p:nvSpPr>
        <p:spPr/>
        <p:txBody>
          <a:bodyPr/>
          <a:lstStyle/>
          <a:p>
            <a:r>
              <a:rPr kumimoji="1" lang="ja-JP" altLang="en-US" dirty="0"/>
              <a:t>詳細観察</a:t>
            </a:r>
          </a:p>
        </p:txBody>
      </p:sp>
      <p:sp>
        <p:nvSpPr>
          <p:cNvPr id="4" name="正方形/長方形 3">
            <a:extLst>
              <a:ext uri="{FF2B5EF4-FFF2-40B4-BE49-F238E27FC236}">
                <a16:creationId xmlns:a16="http://schemas.microsoft.com/office/drawing/2014/main" id="{B9398145-BB26-445E-078E-03D9D576E9CF}"/>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BA99D7F2-8B8D-3261-0958-B3F58E3AD316}"/>
              </a:ext>
            </a:extLst>
          </p:cNvPr>
          <p:cNvSpPr>
            <a:spLocks noGrp="1"/>
          </p:cNvSpPr>
          <p:nvPr>
            <p:ph idx="1"/>
          </p:nvPr>
        </p:nvSpPr>
        <p:spPr/>
        <p:txBody>
          <a:bodyPr>
            <a:normAutofit/>
          </a:bodyPr>
          <a:lstStyle/>
          <a:p>
            <a:pPr marL="0" indent="0">
              <a:buNone/>
            </a:pPr>
            <a:r>
              <a:rPr lang="ja-JP" altLang="en-US" dirty="0"/>
              <a:t>初期評価から全身観察までは迅速に観察したので、隠れた損傷部位の見逃しがないように、頭の先からつま先まで 詳細に観察する。神経学的観察を行い、傷病者の病態を把握する。 </a:t>
            </a:r>
            <a:endParaRPr lang="en-US" altLang="ja-JP" dirty="0"/>
          </a:p>
          <a:p>
            <a:pPr marL="0" indent="0">
              <a:buNone/>
            </a:pPr>
            <a:r>
              <a:rPr lang="en-US" altLang="ja-JP" dirty="0"/>
              <a:t>• </a:t>
            </a:r>
            <a:r>
              <a:rPr lang="ja-JP" altLang="en-US" dirty="0"/>
              <a:t>ロード＆ゴーの傷病者で、バイタルサインが不安定な時や時間的余裕が無い時には、全身観察で損傷が判明した部位だけでも詳細に観察</a:t>
            </a:r>
            <a:r>
              <a:rPr lang="ja-JP" altLang="en-US"/>
              <a:t>する。</a:t>
            </a:r>
            <a:r>
              <a:rPr lang="en-US" altLang="ja-JP" baseline="30000" dirty="0"/>
              <a:t>5</a:t>
            </a:r>
            <a:r>
              <a:rPr lang="en-US" altLang="ja-JP" baseline="30000"/>
              <a:t>)</a:t>
            </a:r>
            <a:r>
              <a:rPr lang="ja-JP" altLang="en-US"/>
              <a:t> </a:t>
            </a:r>
            <a:endParaRPr lang="en-US" altLang="ja-JP" dirty="0"/>
          </a:p>
          <a:p>
            <a:pPr marL="0" indent="0">
              <a:buNone/>
            </a:pPr>
            <a:r>
              <a:rPr lang="ja-JP" altLang="en-US" dirty="0">
                <a:solidFill>
                  <a:srgbClr val="FF0000"/>
                </a:solidFill>
              </a:rPr>
              <a:t>急変時は気道・呼吸・循環・意識レベルの再評価</a:t>
            </a:r>
            <a:endParaRPr lang="en-US" altLang="ja-JP" dirty="0">
              <a:solidFill>
                <a:srgbClr val="FF0000"/>
              </a:solidFill>
            </a:endParaRPr>
          </a:p>
        </p:txBody>
      </p:sp>
      <p:sp>
        <p:nvSpPr>
          <p:cNvPr id="3" name="テキスト ボックス 2">
            <a:extLst>
              <a:ext uri="{FF2B5EF4-FFF2-40B4-BE49-F238E27FC236}">
                <a16:creationId xmlns:a16="http://schemas.microsoft.com/office/drawing/2014/main" id="{B4352761-4328-FA96-5879-8D193BF462DE}"/>
              </a:ext>
            </a:extLst>
          </p:cNvPr>
          <p:cNvSpPr txBox="1"/>
          <p:nvPr/>
        </p:nvSpPr>
        <p:spPr>
          <a:xfrm>
            <a:off x="956603" y="6344529"/>
            <a:ext cx="8651631" cy="369332"/>
          </a:xfrm>
          <a:prstGeom prst="rect">
            <a:avLst/>
          </a:prstGeom>
          <a:noFill/>
        </p:spPr>
        <p:txBody>
          <a:bodyPr wrap="square" rtlCol="0">
            <a:spAutoFit/>
          </a:bodyPr>
          <a:lstStyle/>
          <a:p>
            <a:r>
              <a:rPr lang="en-US" altLang="ja-JP" dirty="0">
                <a:latin typeface="メイリオ" panose="020B0604030504040204" pitchFamily="50" charset="-128"/>
                <a:ea typeface="メイリオ" panose="020B0604030504040204" pitchFamily="50" charset="-128"/>
              </a:rPr>
              <a:t>5</a:t>
            </a:r>
            <a:r>
              <a:rPr kumimoji="1" lang="en-US" altLang="ja-JP">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ヘルス出版　</a:t>
            </a:r>
            <a:r>
              <a:rPr kumimoji="1" lang="en-US" altLang="ja-JP" dirty="0">
                <a:latin typeface="メイリオ" panose="020B0604030504040204" pitchFamily="50" charset="-128"/>
                <a:ea typeface="メイリオ" panose="020B0604030504040204" pitchFamily="50" charset="-128"/>
              </a:rPr>
              <a:t>JPTEC</a:t>
            </a:r>
            <a:r>
              <a:rPr kumimoji="1" lang="ja-JP" altLang="en-US" dirty="0">
                <a:latin typeface="メイリオ" panose="020B0604030504040204" pitchFamily="50" charset="-128"/>
                <a:ea typeface="メイリオ" panose="020B0604030504040204" pitchFamily="50" charset="-128"/>
              </a:rPr>
              <a:t>ガイドブック改訂第２版　</a:t>
            </a:r>
            <a:r>
              <a:rPr kumimoji="1" lang="en-US" altLang="ja-JP" dirty="0">
                <a:latin typeface="メイリオ" panose="020B0604030504040204" pitchFamily="50" charset="-128"/>
                <a:ea typeface="メイリオ" panose="020B0604030504040204" pitchFamily="50" charset="-128"/>
              </a:rPr>
              <a:t>p92-3</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82633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810F-5655-4049-C31F-1F35F39A6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1122F1-F254-52BE-954A-C35DE636028F}"/>
              </a:ext>
            </a:extLst>
          </p:cNvPr>
          <p:cNvSpPr>
            <a:spLocks noGrp="1"/>
          </p:cNvSpPr>
          <p:nvPr>
            <p:ph type="title"/>
          </p:nvPr>
        </p:nvSpPr>
        <p:spPr/>
        <p:txBody>
          <a:bodyPr/>
          <a:lstStyle/>
          <a:p>
            <a:r>
              <a:rPr kumimoji="1" lang="ja-JP" altLang="en-US" dirty="0"/>
              <a:t>詳細観察</a:t>
            </a:r>
            <a:r>
              <a:rPr lang="ja-JP" altLang="en-US" dirty="0"/>
              <a:t>の項目</a:t>
            </a:r>
            <a:endParaRPr kumimoji="1" lang="ja-JP" altLang="en-US" dirty="0"/>
          </a:p>
        </p:txBody>
      </p:sp>
      <p:sp>
        <p:nvSpPr>
          <p:cNvPr id="4" name="正方形/長方形 3">
            <a:extLst>
              <a:ext uri="{FF2B5EF4-FFF2-40B4-BE49-F238E27FC236}">
                <a16:creationId xmlns:a16="http://schemas.microsoft.com/office/drawing/2014/main" id="{13AA41F2-2876-19CC-0759-EE881443C2F9}"/>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55D3B9D6-B55A-0E7F-6699-16506CD3135A}"/>
              </a:ext>
            </a:extLst>
          </p:cNvPr>
          <p:cNvSpPr>
            <a:spLocks noGrp="1"/>
          </p:cNvSpPr>
          <p:nvPr>
            <p:ph idx="1"/>
          </p:nvPr>
        </p:nvSpPr>
        <p:spPr>
          <a:xfrm>
            <a:off x="211015" y="1533378"/>
            <a:ext cx="11577711" cy="5324622"/>
          </a:xfrm>
        </p:spPr>
        <p:txBody>
          <a:bodyPr>
            <a:normAutofit fontScale="92500" lnSpcReduction="10000"/>
          </a:bodyPr>
          <a:lstStyle/>
          <a:p>
            <a:pPr marL="0" indent="0">
              <a:buNone/>
            </a:pPr>
            <a:r>
              <a:rPr lang="en-US" altLang="ja-JP" dirty="0"/>
              <a:t>• </a:t>
            </a:r>
            <a:r>
              <a:rPr lang="ja-JP" altLang="en-US" dirty="0"/>
              <a:t>バイタルサイン </a:t>
            </a:r>
            <a:endParaRPr lang="en-US" altLang="ja-JP" dirty="0"/>
          </a:p>
          <a:p>
            <a:pPr marL="0" indent="0">
              <a:buNone/>
            </a:pPr>
            <a:r>
              <a:rPr lang="en-US" altLang="ja-JP" dirty="0"/>
              <a:t>• </a:t>
            </a:r>
            <a:r>
              <a:rPr lang="ja-JP" altLang="en-US" dirty="0"/>
              <a:t>呼吸数、</a:t>
            </a:r>
            <a:r>
              <a:rPr lang="en-US" altLang="ja-JP" dirty="0"/>
              <a:t>SpO2</a:t>
            </a:r>
            <a:r>
              <a:rPr lang="ja-JP" altLang="en-US" dirty="0"/>
              <a:t>、脈拍数、血圧、体温 </a:t>
            </a:r>
            <a:endParaRPr lang="en-US" altLang="ja-JP" dirty="0"/>
          </a:p>
          <a:p>
            <a:pPr marL="0" indent="0">
              <a:buNone/>
            </a:pPr>
            <a:r>
              <a:rPr lang="en-US" altLang="ja-JP" dirty="0"/>
              <a:t>• </a:t>
            </a:r>
            <a:r>
              <a:rPr lang="ja-JP" altLang="en-US" dirty="0"/>
              <a:t>心電図モニターの波形の評価 </a:t>
            </a:r>
            <a:r>
              <a:rPr lang="en-US" altLang="ja-JP" dirty="0"/>
              <a:t>• </a:t>
            </a:r>
            <a:r>
              <a:rPr lang="ja-JP" altLang="en-US" dirty="0"/>
              <a:t>神経学的観察 </a:t>
            </a:r>
            <a:endParaRPr lang="en-US" altLang="ja-JP" dirty="0"/>
          </a:p>
          <a:p>
            <a:pPr marL="0" indent="0">
              <a:buNone/>
            </a:pPr>
            <a:r>
              <a:rPr lang="en-US" altLang="ja-JP" dirty="0"/>
              <a:t>• </a:t>
            </a:r>
            <a:r>
              <a:rPr lang="ja-JP" altLang="en-US" dirty="0"/>
              <a:t>意識レベル（</a:t>
            </a:r>
            <a:r>
              <a:rPr lang="en-US" altLang="ja-JP" dirty="0"/>
              <a:t>JCS, GCS</a:t>
            </a:r>
            <a:r>
              <a:rPr lang="ja-JP" altLang="en-US" dirty="0"/>
              <a:t>） </a:t>
            </a:r>
            <a:endParaRPr lang="en-US" altLang="ja-JP" dirty="0"/>
          </a:p>
          <a:p>
            <a:pPr marL="0" indent="0">
              <a:buNone/>
            </a:pPr>
            <a:r>
              <a:rPr lang="en-US" altLang="ja-JP" dirty="0"/>
              <a:t>• </a:t>
            </a:r>
            <a:r>
              <a:rPr lang="ja-JP" altLang="en-US" dirty="0"/>
              <a:t>瞳孔観察 </a:t>
            </a:r>
            <a:endParaRPr lang="en-US" altLang="ja-JP" dirty="0"/>
          </a:p>
          <a:p>
            <a:pPr marL="0" indent="0">
              <a:buNone/>
            </a:pPr>
            <a:r>
              <a:rPr lang="en-US" altLang="ja-JP" dirty="0"/>
              <a:t>• </a:t>
            </a:r>
            <a:r>
              <a:rPr lang="ja-JP" altLang="en-US" dirty="0"/>
              <a:t>四肢の運動・感覚 </a:t>
            </a:r>
            <a:endParaRPr lang="en-US" altLang="ja-JP" dirty="0"/>
          </a:p>
          <a:p>
            <a:pPr marL="0" indent="0">
              <a:buNone/>
            </a:pPr>
            <a:r>
              <a:rPr lang="en-US" altLang="ja-JP" dirty="0"/>
              <a:t>• </a:t>
            </a:r>
            <a:r>
              <a:rPr lang="ja-JP" altLang="en-US" dirty="0"/>
              <a:t>全身の詳細な観察：視診、聴診、触診、打診 </a:t>
            </a:r>
            <a:endParaRPr lang="en-US" altLang="ja-JP" dirty="0"/>
          </a:p>
          <a:p>
            <a:pPr marL="0" indent="0">
              <a:buNone/>
            </a:pPr>
            <a:r>
              <a:rPr lang="en-US" altLang="ja-JP" dirty="0"/>
              <a:t>• </a:t>
            </a:r>
            <a:r>
              <a:rPr lang="ja-JP" altLang="en-US" dirty="0"/>
              <a:t>頭部・顔面、頸部、胸部、腹部、腰部、下肢、上肢、背部 </a:t>
            </a:r>
            <a:endParaRPr lang="en-US" altLang="ja-JP" dirty="0"/>
          </a:p>
          <a:p>
            <a:pPr marL="0" indent="0">
              <a:buNone/>
            </a:pPr>
            <a:r>
              <a:rPr lang="en-US" altLang="ja-JP" dirty="0"/>
              <a:t>• </a:t>
            </a:r>
            <a:r>
              <a:rPr lang="ja-JP" altLang="en-US" dirty="0"/>
              <a:t>傷病者からの情報の聴取 急変時は気道・呼吸・循環・意識レベルの再評価</a:t>
            </a:r>
            <a:endParaRPr lang="en-US" altLang="ja-JP" dirty="0"/>
          </a:p>
        </p:txBody>
      </p:sp>
    </p:spTree>
    <p:extLst>
      <p:ext uri="{BB962C8B-B14F-4D97-AF65-F5344CB8AC3E}">
        <p14:creationId xmlns:p14="http://schemas.microsoft.com/office/powerpoint/2010/main" val="179635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68217-C567-AFCE-FDCD-0557653594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3EF01B-9FEF-A3E5-BF36-754C2423E955}"/>
              </a:ext>
            </a:extLst>
          </p:cNvPr>
          <p:cNvSpPr>
            <a:spLocks noGrp="1"/>
          </p:cNvSpPr>
          <p:nvPr>
            <p:ph type="title"/>
          </p:nvPr>
        </p:nvSpPr>
        <p:spPr/>
        <p:txBody>
          <a:bodyPr/>
          <a:lstStyle/>
          <a:p>
            <a:r>
              <a:rPr lang="ja-JP" altLang="en-US" dirty="0"/>
              <a:t>継続観察</a:t>
            </a:r>
            <a:endParaRPr kumimoji="1" lang="ja-JP" altLang="en-US" dirty="0"/>
          </a:p>
        </p:txBody>
      </p:sp>
      <p:sp>
        <p:nvSpPr>
          <p:cNvPr id="4" name="正方形/長方形 3">
            <a:extLst>
              <a:ext uri="{FF2B5EF4-FFF2-40B4-BE49-F238E27FC236}">
                <a16:creationId xmlns:a16="http://schemas.microsoft.com/office/drawing/2014/main" id="{09E41E35-EED8-8266-F794-C041C166D4D2}"/>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192170C8-ACDC-BD5A-51B6-9680A1515B09}"/>
              </a:ext>
            </a:extLst>
          </p:cNvPr>
          <p:cNvSpPr>
            <a:spLocks noGrp="1"/>
          </p:cNvSpPr>
          <p:nvPr>
            <p:ph idx="1"/>
          </p:nvPr>
        </p:nvSpPr>
        <p:spPr>
          <a:xfrm>
            <a:off x="434715" y="1825625"/>
            <a:ext cx="11317574" cy="4859988"/>
          </a:xfrm>
        </p:spPr>
        <p:txBody>
          <a:bodyPr>
            <a:normAutofit fontScale="92500"/>
          </a:bodyPr>
          <a:lstStyle/>
          <a:p>
            <a:pPr marL="0" indent="0">
              <a:buNone/>
            </a:pPr>
            <a:r>
              <a:rPr lang="en-US" altLang="ja-JP" sz="3600" dirty="0"/>
              <a:t>• </a:t>
            </a:r>
            <a:r>
              <a:rPr lang="ja-JP" altLang="en-US" sz="3600" dirty="0"/>
              <a:t>自覚症状、気道・呼吸・循環・意識レベルの変化 </a:t>
            </a:r>
            <a:endParaRPr lang="en-US" altLang="ja-JP" sz="3600" dirty="0"/>
          </a:p>
          <a:p>
            <a:pPr marL="0" indent="0">
              <a:buNone/>
            </a:pPr>
            <a:r>
              <a:rPr lang="en-US" altLang="ja-JP" sz="3600" dirty="0"/>
              <a:t>• </a:t>
            </a:r>
            <a:r>
              <a:rPr lang="ja-JP" altLang="en-US" sz="3600" dirty="0"/>
              <a:t>頸部、胸部、腹部を観察 </a:t>
            </a:r>
            <a:endParaRPr lang="en-US" altLang="ja-JP" sz="3600" dirty="0"/>
          </a:p>
          <a:p>
            <a:pPr marL="0" indent="0">
              <a:buNone/>
            </a:pPr>
            <a:r>
              <a:rPr lang="en-US" altLang="ja-JP" sz="3600" dirty="0"/>
              <a:t>• </a:t>
            </a:r>
            <a:r>
              <a:rPr lang="ja-JP" altLang="en-US" sz="3600" dirty="0"/>
              <a:t>それまでの観察結果から予測される病態の進展に注意 </a:t>
            </a:r>
            <a:endParaRPr lang="en-US" altLang="ja-JP" sz="3600" dirty="0"/>
          </a:p>
          <a:p>
            <a:pPr marL="0" indent="0">
              <a:buNone/>
            </a:pPr>
            <a:r>
              <a:rPr lang="en-US" altLang="ja-JP" sz="3600" dirty="0"/>
              <a:t>• </a:t>
            </a:r>
            <a:r>
              <a:rPr lang="ja-JP" altLang="en-US" sz="3600" dirty="0"/>
              <a:t>それまでに行った処置の確認：止血、固定、酸素など </a:t>
            </a:r>
            <a:endParaRPr lang="en-US" altLang="ja-JP" sz="3600" dirty="0"/>
          </a:p>
          <a:p>
            <a:pPr marL="0" indent="0">
              <a:buNone/>
            </a:pPr>
            <a:r>
              <a:rPr lang="ja-JP" altLang="en-US" sz="3600" dirty="0">
                <a:solidFill>
                  <a:srgbClr val="FF0000"/>
                </a:solidFill>
              </a:rPr>
              <a:t>生命に関わる病態の出現を見落とさない </a:t>
            </a:r>
            <a:endParaRPr lang="en-US" altLang="ja-JP" sz="3600" dirty="0">
              <a:solidFill>
                <a:srgbClr val="FF0000"/>
              </a:solidFill>
            </a:endParaRPr>
          </a:p>
          <a:p>
            <a:pPr marL="0" indent="0">
              <a:buNone/>
            </a:pPr>
            <a:r>
              <a:rPr lang="ja-JP" altLang="en-US" sz="3600" dirty="0">
                <a:solidFill>
                  <a:srgbClr val="FF0000"/>
                </a:solidFill>
              </a:rPr>
              <a:t>急変時は気道・呼吸・循環・意識レベルの再評価</a:t>
            </a:r>
            <a:endParaRPr lang="en-US" altLang="ja-JP" sz="3600" dirty="0">
              <a:solidFill>
                <a:srgbClr val="FF0000"/>
              </a:solidFill>
            </a:endParaRPr>
          </a:p>
        </p:txBody>
      </p:sp>
    </p:spTree>
    <p:extLst>
      <p:ext uri="{BB962C8B-B14F-4D97-AF65-F5344CB8AC3E}">
        <p14:creationId xmlns:p14="http://schemas.microsoft.com/office/powerpoint/2010/main" val="1069135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98D8E-7EDB-8961-A20B-1FD5D6A737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0EE7A8-2002-FE38-89C7-412868F5633A}"/>
              </a:ext>
            </a:extLst>
          </p:cNvPr>
          <p:cNvSpPr>
            <a:spLocks noGrp="1"/>
          </p:cNvSpPr>
          <p:nvPr>
            <p:ph type="title"/>
          </p:nvPr>
        </p:nvSpPr>
        <p:spPr/>
        <p:txBody>
          <a:bodyPr/>
          <a:lstStyle/>
          <a:p>
            <a:r>
              <a:rPr lang="ja-JP" altLang="en-US" dirty="0"/>
              <a:t>脊椎運動制限（</a:t>
            </a:r>
            <a:r>
              <a:rPr lang="en-US" altLang="ja-JP" dirty="0"/>
              <a:t>SMR</a:t>
            </a:r>
            <a:r>
              <a:rPr lang="ja-JP" altLang="en-US" dirty="0"/>
              <a:t>）の適応</a:t>
            </a:r>
            <a:endParaRPr kumimoji="1" lang="ja-JP" altLang="en-US" dirty="0"/>
          </a:p>
        </p:txBody>
      </p:sp>
      <p:sp>
        <p:nvSpPr>
          <p:cNvPr id="4" name="正方形/長方形 3">
            <a:extLst>
              <a:ext uri="{FF2B5EF4-FFF2-40B4-BE49-F238E27FC236}">
                <a16:creationId xmlns:a16="http://schemas.microsoft.com/office/drawing/2014/main" id="{E4435893-A8D3-6446-EE78-1772645C5FC9}"/>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1F2BEC8A-18DC-2A57-4999-EAD756A05830}"/>
              </a:ext>
            </a:extLst>
          </p:cNvPr>
          <p:cNvSpPr>
            <a:spLocks noGrp="1"/>
          </p:cNvSpPr>
          <p:nvPr>
            <p:ph idx="1"/>
          </p:nvPr>
        </p:nvSpPr>
        <p:spPr>
          <a:xfrm>
            <a:off x="618978" y="1505243"/>
            <a:ext cx="10734822" cy="5233182"/>
          </a:xfrm>
        </p:spPr>
        <p:txBody>
          <a:bodyPr>
            <a:normAutofit lnSpcReduction="10000"/>
          </a:bodyPr>
          <a:lstStyle/>
          <a:p>
            <a:pPr marL="514350" indent="-514350">
              <a:buAutoNum type="arabicPeriod"/>
            </a:pPr>
            <a:r>
              <a:rPr lang="ja-JP" altLang="en-US" b="1" dirty="0"/>
              <a:t>脊椎・脊髄損傷の可能性がある受傷機転 </a:t>
            </a:r>
            <a:endParaRPr lang="en-US" altLang="ja-JP" b="1" dirty="0"/>
          </a:p>
          <a:p>
            <a:pPr marL="0" indent="0">
              <a:buNone/>
            </a:pPr>
            <a:r>
              <a:rPr lang="en-US" altLang="ja-JP" dirty="0"/>
              <a:t>• </a:t>
            </a:r>
            <a:r>
              <a:rPr lang="ja-JP" altLang="en-US" dirty="0"/>
              <a:t>高速の自動車事故 </a:t>
            </a:r>
            <a:r>
              <a:rPr lang="en-US" altLang="ja-JP" dirty="0"/>
              <a:t>• </a:t>
            </a:r>
            <a:r>
              <a:rPr lang="ja-JP" altLang="en-US" dirty="0"/>
              <a:t>高所からの墜落事故 </a:t>
            </a:r>
            <a:r>
              <a:rPr lang="en-US" altLang="ja-JP" dirty="0"/>
              <a:t>• </a:t>
            </a:r>
            <a:r>
              <a:rPr lang="ja-JP" altLang="en-US" dirty="0"/>
              <a:t>飛び込みによる損傷 </a:t>
            </a:r>
            <a:r>
              <a:rPr lang="en-US" altLang="ja-JP" dirty="0"/>
              <a:t>• </a:t>
            </a:r>
            <a:r>
              <a:rPr lang="ja-JP" altLang="en-US" dirty="0"/>
              <a:t>脊椎周辺の穿通創 </a:t>
            </a:r>
            <a:r>
              <a:rPr lang="en-US" altLang="ja-JP" dirty="0"/>
              <a:t>• </a:t>
            </a:r>
            <a:r>
              <a:rPr lang="ja-JP" altLang="en-US" dirty="0"/>
              <a:t>頭頚部へのスポーツ外傷 </a:t>
            </a:r>
            <a:endParaRPr lang="en-US" altLang="ja-JP" dirty="0"/>
          </a:p>
          <a:p>
            <a:pPr marL="0" indent="0">
              <a:buNone/>
            </a:pPr>
            <a:r>
              <a:rPr lang="en-US" altLang="ja-JP" dirty="0"/>
              <a:t>2. </a:t>
            </a:r>
            <a:r>
              <a:rPr lang="ja-JP" altLang="en-US" b="1" dirty="0"/>
              <a:t>脊椎・脊髄損傷を疑うべき所見</a:t>
            </a:r>
            <a:endParaRPr lang="en-US" altLang="ja-JP" b="1" dirty="0"/>
          </a:p>
          <a:p>
            <a:pPr marL="0" indent="0">
              <a:buNone/>
            </a:pPr>
            <a:r>
              <a:rPr lang="en-US" altLang="ja-JP" dirty="0"/>
              <a:t>• </a:t>
            </a:r>
            <a:r>
              <a:rPr lang="ja-JP" altLang="en-US" dirty="0"/>
              <a:t>頸部・背部の疼痛・圧痛 </a:t>
            </a:r>
            <a:r>
              <a:rPr lang="en-US" altLang="ja-JP" dirty="0"/>
              <a:t>• </a:t>
            </a:r>
            <a:r>
              <a:rPr lang="ja-JP" altLang="en-US" dirty="0"/>
              <a:t>対麻痺・四肢麻痺などの神経学的異常 </a:t>
            </a:r>
            <a:r>
              <a:rPr lang="en-US" altLang="ja-JP" dirty="0"/>
              <a:t>• </a:t>
            </a:r>
            <a:r>
              <a:rPr lang="ja-JP" altLang="en-US" dirty="0"/>
              <a:t>頭部・顔面の高度な損傷 </a:t>
            </a:r>
            <a:r>
              <a:rPr lang="en-US" altLang="ja-JP" dirty="0"/>
              <a:t>• </a:t>
            </a:r>
            <a:r>
              <a:rPr lang="ja-JP" altLang="en-US" dirty="0"/>
              <a:t>意識消失の病歴 </a:t>
            </a:r>
            <a:endParaRPr lang="en-US" altLang="ja-JP" dirty="0"/>
          </a:p>
          <a:p>
            <a:pPr marL="0" indent="0">
              <a:buNone/>
            </a:pPr>
            <a:r>
              <a:rPr lang="en-US" altLang="ja-JP" dirty="0"/>
              <a:t>3. </a:t>
            </a:r>
            <a:r>
              <a:rPr lang="ja-JP" altLang="en-US" b="1" dirty="0"/>
              <a:t>正確な所見が得られない傷病者 </a:t>
            </a:r>
            <a:endParaRPr lang="en-US" altLang="ja-JP" b="1" dirty="0"/>
          </a:p>
          <a:p>
            <a:pPr marL="0" indent="0">
              <a:buNone/>
            </a:pPr>
            <a:r>
              <a:rPr lang="en-US" altLang="ja-JP" dirty="0"/>
              <a:t>• </a:t>
            </a:r>
            <a:r>
              <a:rPr lang="ja-JP" altLang="en-US" dirty="0"/>
              <a:t>事故や受傷による精神的動揺がある </a:t>
            </a:r>
            <a:r>
              <a:rPr lang="en-US" altLang="ja-JP" dirty="0"/>
              <a:t>• </a:t>
            </a:r>
            <a:r>
              <a:rPr lang="ja-JP" altLang="en-US" dirty="0"/>
              <a:t>意識障害 </a:t>
            </a:r>
            <a:r>
              <a:rPr lang="en-US" altLang="ja-JP" dirty="0"/>
              <a:t>• </a:t>
            </a:r>
            <a:r>
              <a:rPr lang="ja-JP" altLang="en-US" dirty="0"/>
              <a:t>アルコール・薬物の摂取・中毒 </a:t>
            </a:r>
            <a:r>
              <a:rPr lang="en-US" altLang="ja-JP" dirty="0"/>
              <a:t>• </a:t>
            </a:r>
            <a:r>
              <a:rPr lang="ja-JP" altLang="en-US" dirty="0"/>
              <a:t>身体部位のいずれかに強い痛みを訴える </a:t>
            </a:r>
            <a:endParaRPr lang="en-US" altLang="ja-JP" dirty="0"/>
          </a:p>
        </p:txBody>
      </p:sp>
    </p:spTree>
    <p:extLst>
      <p:ext uri="{BB962C8B-B14F-4D97-AF65-F5344CB8AC3E}">
        <p14:creationId xmlns:p14="http://schemas.microsoft.com/office/powerpoint/2010/main" val="693094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0F83-77EA-3C38-1F02-7E9E40662D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E1522A-98E5-34E4-682C-12C02EF7E88E}"/>
              </a:ext>
            </a:extLst>
          </p:cNvPr>
          <p:cNvSpPr>
            <a:spLocks noGrp="1"/>
          </p:cNvSpPr>
          <p:nvPr>
            <p:ph type="title"/>
          </p:nvPr>
        </p:nvSpPr>
        <p:spPr/>
        <p:txBody>
          <a:bodyPr/>
          <a:lstStyle/>
          <a:p>
            <a:r>
              <a:rPr kumimoji="1" lang="ja-JP" altLang="en-US" dirty="0"/>
              <a:t>車内活動</a:t>
            </a:r>
          </a:p>
        </p:txBody>
      </p:sp>
      <p:sp>
        <p:nvSpPr>
          <p:cNvPr id="4" name="正方形/長方形 3">
            <a:extLst>
              <a:ext uri="{FF2B5EF4-FFF2-40B4-BE49-F238E27FC236}">
                <a16:creationId xmlns:a16="http://schemas.microsoft.com/office/drawing/2014/main" id="{87B3C524-C5A2-4859-A1B9-B283F8F016A4}"/>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DB4250A7-C3F2-3E0A-A71A-69ED4957B190}"/>
              </a:ext>
            </a:extLst>
          </p:cNvPr>
          <p:cNvSpPr>
            <a:spLocks noGrp="1"/>
          </p:cNvSpPr>
          <p:nvPr>
            <p:ph idx="1"/>
          </p:nvPr>
        </p:nvSpPr>
        <p:spPr>
          <a:xfrm>
            <a:off x="0" y="1523170"/>
            <a:ext cx="12192000" cy="5334830"/>
          </a:xfrm>
        </p:spPr>
        <p:txBody>
          <a:bodyPr>
            <a:normAutofit/>
          </a:bodyPr>
          <a:lstStyle/>
          <a:p>
            <a:pPr marL="0" indent="0">
              <a:buNone/>
            </a:pPr>
            <a:r>
              <a:rPr lang="ja-JP" altLang="en-US" dirty="0"/>
              <a:t>医療機関の選定と連絡 </a:t>
            </a:r>
            <a:endParaRPr lang="en-US" altLang="ja-JP" dirty="0"/>
          </a:p>
          <a:p>
            <a:pPr marL="0" indent="0">
              <a:buNone/>
            </a:pPr>
            <a:r>
              <a:rPr lang="en-US" altLang="ja-JP" dirty="0"/>
              <a:t>• </a:t>
            </a:r>
            <a:r>
              <a:rPr lang="ja-JP" altLang="en-US" dirty="0"/>
              <a:t>ロード</a:t>
            </a:r>
            <a:r>
              <a:rPr lang="en-US" altLang="ja-JP" dirty="0"/>
              <a:t>&amp;</a:t>
            </a:r>
            <a:r>
              <a:rPr lang="ja-JP" altLang="en-US" dirty="0"/>
              <a:t>ゴーを宣言し、</a:t>
            </a:r>
            <a:r>
              <a:rPr lang="en-US" altLang="ja-JP" dirty="0"/>
              <a:t>MIST</a:t>
            </a:r>
            <a:r>
              <a:rPr lang="ja-JP" altLang="en-US" dirty="0"/>
              <a:t>による連絡 </a:t>
            </a: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dirty="0"/>
              <a:t>・</a:t>
            </a:r>
            <a:r>
              <a:rPr lang="en-US" altLang="ja-JP" dirty="0"/>
              <a:t>L&amp;G</a:t>
            </a:r>
            <a:r>
              <a:rPr lang="ja-JP" altLang="en-US" dirty="0"/>
              <a:t>の症例であること ・年齢・性別 </a:t>
            </a:r>
            <a:r>
              <a:rPr lang="en-US" altLang="ja-JP" dirty="0"/>
              <a:t> </a:t>
            </a:r>
            <a:r>
              <a:rPr lang="ja-JP" altLang="en-US" dirty="0"/>
              <a:t>・</a:t>
            </a:r>
            <a:r>
              <a:rPr lang="en-US" altLang="ja-JP" dirty="0"/>
              <a:t>MIST </a:t>
            </a:r>
            <a:r>
              <a:rPr lang="ja-JP" altLang="en-US" dirty="0"/>
              <a:t>・所要時間 </a:t>
            </a:r>
            <a:endParaRPr lang="en-US" altLang="ja-JP" dirty="0"/>
          </a:p>
        </p:txBody>
      </p:sp>
      <p:graphicFrame>
        <p:nvGraphicFramePr>
          <p:cNvPr id="3" name="表 2">
            <a:extLst>
              <a:ext uri="{FF2B5EF4-FFF2-40B4-BE49-F238E27FC236}">
                <a16:creationId xmlns:a16="http://schemas.microsoft.com/office/drawing/2014/main" id="{2F7D0A39-AFC3-5E86-BBAE-E48B0DF925B0}"/>
              </a:ext>
            </a:extLst>
          </p:cNvPr>
          <p:cNvGraphicFramePr>
            <a:graphicFrameLocks noGrp="1"/>
          </p:cNvGraphicFramePr>
          <p:nvPr>
            <p:extLst>
              <p:ext uri="{D42A27DB-BD31-4B8C-83A1-F6EECF244321}">
                <p14:modId xmlns:p14="http://schemas.microsoft.com/office/powerpoint/2010/main" val="2908802215"/>
              </p:ext>
            </p:extLst>
          </p:nvPr>
        </p:nvGraphicFramePr>
        <p:xfrm>
          <a:off x="225082" y="2771335"/>
          <a:ext cx="9678573" cy="2419643"/>
        </p:xfrm>
        <a:graphic>
          <a:graphicData uri="http://schemas.openxmlformats.org/drawingml/2006/table">
            <a:tbl>
              <a:tblPr firstRow="1" bandRow="1">
                <a:tableStyleId>{16D9F66E-5EB9-4882-86FB-DCBF35E3C3E4}</a:tableStyleId>
              </a:tblPr>
              <a:tblGrid>
                <a:gridCol w="1396542">
                  <a:extLst>
                    <a:ext uri="{9D8B030D-6E8A-4147-A177-3AD203B41FA5}">
                      <a16:colId xmlns:a16="http://schemas.microsoft.com/office/drawing/2014/main" val="2619391044"/>
                    </a:ext>
                  </a:extLst>
                </a:gridCol>
                <a:gridCol w="3348333">
                  <a:extLst>
                    <a:ext uri="{9D8B030D-6E8A-4147-A177-3AD203B41FA5}">
                      <a16:colId xmlns:a16="http://schemas.microsoft.com/office/drawing/2014/main" val="3420333256"/>
                    </a:ext>
                  </a:extLst>
                </a:gridCol>
                <a:gridCol w="4933698">
                  <a:extLst>
                    <a:ext uri="{9D8B030D-6E8A-4147-A177-3AD203B41FA5}">
                      <a16:colId xmlns:a16="http://schemas.microsoft.com/office/drawing/2014/main" val="1270164788"/>
                    </a:ext>
                  </a:extLst>
                </a:gridCol>
              </a:tblGrid>
              <a:tr h="594360">
                <a:tc>
                  <a:txBody>
                    <a:bodyPr/>
                    <a:lstStyle/>
                    <a:p>
                      <a:r>
                        <a:rPr kumimoji="1" lang="en-US" altLang="ja-JP" sz="2200" b="1" dirty="0"/>
                        <a:t>M</a:t>
                      </a:r>
                      <a:endParaRPr kumimoji="1" lang="ja-JP" altLang="en-US" sz="2200" b="1" dirty="0"/>
                    </a:p>
                  </a:txBody>
                  <a:tcPr/>
                </a:tc>
                <a:tc>
                  <a:txBody>
                    <a:bodyPr/>
                    <a:lstStyle/>
                    <a:p>
                      <a:r>
                        <a:rPr lang="en-US" altLang="ja-JP" sz="2200" b="1" dirty="0"/>
                        <a:t>Mechanism</a:t>
                      </a:r>
                      <a:endParaRPr kumimoji="1" lang="ja-JP" altLang="en-US" sz="2200" b="1" dirty="0"/>
                    </a:p>
                  </a:txBody>
                  <a:tcPr/>
                </a:tc>
                <a:tc>
                  <a:txBody>
                    <a:bodyPr/>
                    <a:lstStyle/>
                    <a:p>
                      <a:r>
                        <a:rPr kumimoji="1" lang="ja-JP" altLang="en-US" sz="2200" b="1" dirty="0"/>
                        <a:t>受傷機転</a:t>
                      </a:r>
                      <a:endParaRPr kumimoji="1" lang="en-US" altLang="ja-JP" sz="2200" b="1" dirty="0"/>
                    </a:p>
                  </a:txBody>
                  <a:tcPr/>
                </a:tc>
                <a:extLst>
                  <a:ext uri="{0D108BD9-81ED-4DB2-BD59-A6C34878D82A}">
                    <a16:rowId xmlns:a16="http://schemas.microsoft.com/office/drawing/2014/main" val="199698548"/>
                  </a:ext>
                </a:extLst>
              </a:tr>
              <a:tr h="594360">
                <a:tc>
                  <a:txBody>
                    <a:bodyPr/>
                    <a:lstStyle/>
                    <a:p>
                      <a:r>
                        <a:rPr kumimoji="1" lang="en-US" altLang="ja-JP" sz="2200" b="1" dirty="0"/>
                        <a:t>I</a:t>
                      </a:r>
                    </a:p>
                  </a:txBody>
                  <a:tcPr/>
                </a:tc>
                <a:tc>
                  <a:txBody>
                    <a:bodyPr/>
                    <a:lstStyle/>
                    <a:p>
                      <a:r>
                        <a:rPr lang="en-US" altLang="ja-JP" sz="2200" b="1" dirty="0"/>
                        <a:t>Injury</a:t>
                      </a:r>
                      <a:endParaRPr kumimoji="1" lang="ja-JP" altLang="en-US" sz="2200" b="1" dirty="0"/>
                    </a:p>
                  </a:txBody>
                  <a:tcPr/>
                </a:tc>
                <a:tc>
                  <a:txBody>
                    <a:bodyPr/>
                    <a:lstStyle/>
                    <a:p>
                      <a:r>
                        <a:rPr kumimoji="1" lang="ja-JP" altLang="en-US" sz="2200" b="1" dirty="0"/>
                        <a:t>生命を脅かす損傷</a:t>
                      </a:r>
                    </a:p>
                  </a:txBody>
                  <a:tcPr/>
                </a:tc>
                <a:extLst>
                  <a:ext uri="{0D108BD9-81ED-4DB2-BD59-A6C34878D82A}">
                    <a16:rowId xmlns:a16="http://schemas.microsoft.com/office/drawing/2014/main" val="3023591777"/>
                  </a:ext>
                </a:extLst>
              </a:tr>
              <a:tr h="594360">
                <a:tc>
                  <a:txBody>
                    <a:bodyPr/>
                    <a:lstStyle/>
                    <a:p>
                      <a:r>
                        <a:rPr kumimoji="1" lang="en-US" altLang="ja-JP" sz="2200" b="1" dirty="0"/>
                        <a:t>S</a:t>
                      </a:r>
                      <a:endParaRPr kumimoji="1" lang="ja-JP" altLang="en-US" sz="2200" b="1" dirty="0"/>
                    </a:p>
                  </a:txBody>
                  <a:tcPr/>
                </a:tc>
                <a:tc>
                  <a:txBody>
                    <a:bodyPr/>
                    <a:lstStyle/>
                    <a:p>
                      <a:r>
                        <a:rPr lang="en-US" altLang="ja-JP" sz="2200" b="1" dirty="0"/>
                        <a:t>Sign</a:t>
                      </a:r>
                      <a:endParaRPr kumimoji="1" lang="ja-JP" altLang="en-US" sz="2200" b="1" dirty="0"/>
                    </a:p>
                  </a:txBody>
                  <a:tcPr/>
                </a:tc>
                <a:tc>
                  <a:txBody>
                    <a:bodyPr/>
                    <a:lstStyle/>
                    <a:p>
                      <a:r>
                        <a:rPr kumimoji="1" lang="ja-JP" altLang="en-US" sz="2200" b="1" dirty="0"/>
                        <a:t>意識、呼吸、循環の状態</a:t>
                      </a:r>
                    </a:p>
                  </a:txBody>
                  <a:tcPr/>
                </a:tc>
                <a:extLst>
                  <a:ext uri="{0D108BD9-81ED-4DB2-BD59-A6C34878D82A}">
                    <a16:rowId xmlns:a16="http://schemas.microsoft.com/office/drawing/2014/main" val="276848910"/>
                  </a:ext>
                </a:extLst>
              </a:tr>
              <a:tr h="636563">
                <a:tc>
                  <a:txBody>
                    <a:bodyPr/>
                    <a:lstStyle/>
                    <a:p>
                      <a:r>
                        <a:rPr kumimoji="1" lang="en-US" altLang="ja-JP" sz="2200" b="1" dirty="0"/>
                        <a:t>T</a:t>
                      </a:r>
                      <a:endParaRPr kumimoji="1" lang="ja-JP" altLang="en-US" sz="2200" b="1" dirty="0"/>
                    </a:p>
                  </a:txBody>
                  <a:tcPr/>
                </a:tc>
                <a:tc>
                  <a:txBody>
                    <a:bodyPr/>
                    <a:lstStyle/>
                    <a:p>
                      <a:r>
                        <a:rPr lang="en-US" altLang="ja-JP" sz="2200" b="1" dirty="0"/>
                        <a:t>Treatment</a:t>
                      </a:r>
                      <a:endParaRPr kumimoji="1" lang="ja-JP" altLang="en-US" sz="2200" b="1" dirty="0"/>
                    </a:p>
                  </a:txBody>
                  <a:tcPr/>
                </a:tc>
                <a:tc>
                  <a:txBody>
                    <a:bodyPr/>
                    <a:lstStyle/>
                    <a:p>
                      <a:r>
                        <a:rPr kumimoji="1" lang="ja-JP" altLang="en-US" sz="2200" b="1" dirty="0"/>
                        <a:t>行った処置</a:t>
                      </a:r>
                    </a:p>
                  </a:txBody>
                  <a:tcPr/>
                </a:tc>
                <a:extLst>
                  <a:ext uri="{0D108BD9-81ED-4DB2-BD59-A6C34878D82A}">
                    <a16:rowId xmlns:a16="http://schemas.microsoft.com/office/drawing/2014/main" val="2711974641"/>
                  </a:ext>
                </a:extLst>
              </a:tr>
            </a:tbl>
          </a:graphicData>
        </a:graphic>
      </p:graphicFrame>
    </p:spTree>
    <p:extLst>
      <p:ext uri="{BB962C8B-B14F-4D97-AF65-F5344CB8AC3E}">
        <p14:creationId xmlns:p14="http://schemas.microsoft.com/office/powerpoint/2010/main" val="468919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E82C1-8DF8-DD0C-6E2C-33FCD9610C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F5554F-705F-CE03-0BEB-954E0E27BBA7}"/>
              </a:ext>
            </a:extLst>
          </p:cNvPr>
          <p:cNvSpPr>
            <a:spLocks noGrp="1"/>
          </p:cNvSpPr>
          <p:nvPr>
            <p:ph type="title"/>
          </p:nvPr>
        </p:nvSpPr>
        <p:spPr/>
        <p:txBody>
          <a:bodyPr/>
          <a:lstStyle/>
          <a:p>
            <a:r>
              <a:rPr kumimoji="1" lang="ja-JP" altLang="en-US" dirty="0"/>
              <a:t>車内活動</a:t>
            </a:r>
          </a:p>
        </p:txBody>
      </p:sp>
      <p:sp>
        <p:nvSpPr>
          <p:cNvPr id="4" name="正方形/長方形 3">
            <a:extLst>
              <a:ext uri="{FF2B5EF4-FFF2-40B4-BE49-F238E27FC236}">
                <a16:creationId xmlns:a16="http://schemas.microsoft.com/office/drawing/2014/main" id="{BCB68C83-3AF9-BE9A-CC57-F59DF8F0AD28}"/>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44028B62-53C5-67CC-E780-FD58D9C67E80}"/>
              </a:ext>
            </a:extLst>
          </p:cNvPr>
          <p:cNvSpPr>
            <a:spLocks noGrp="1"/>
          </p:cNvSpPr>
          <p:nvPr>
            <p:ph idx="1"/>
          </p:nvPr>
        </p:nvSpPr>
        <p:spPr>
          <a:xfrm>
            <a:off x="134911" y="1825624"/>
            <a:ext cx="11218889" cy="5032375"/>
          </a:xfrm>
        </p:spPr>
        <p:txBody>
          <a:bodyPr>
            <a:normAutofit/>
          </a:bodyPr>
          <a:lstStyle/>
          <a:p>
            <a:pPr marL="0" indent="0">
              <a:buNone/>
            </a:pPr>
            <a:r>
              <a:rPr lang="en-US" altLang="ja-JP" dirty="0"/>
              <a:t>•</a:t>
            </a:r>
            <a:r>
              <a:rPr lang="ja-JP" altLang="en-US" dirty="0"/>
              <a:t> </a:t>
            </a:r>
            <a:r>
              <a:rPr lang="ja-JP" altLang="en-US" sz="4400" dirty="0"/>
              <a:t>保温と体位管理 </a:t>
            </a:r>
            <a:endParaRPr lang="en-US" altLang="ja-JP" sz="4400" dirty="0"/>
          </a:p>
          <a:p>
            <a:pPr marL="0" indent="0">
              <a:buNone/>
            </a:pPr>
            <a:r>
              <a:rPr lang="en-US" altLang="ja-JP" sz="4400" dirty="0"/>
              <a:t>• </a:t>
            </a:r>
            <a:r>
              <a:rPr lang="ja-JP" altLang="en-US" sz="4400" dirty="0"/>
              <a:t>酸素ライン切り替え、モニター装着 </a:t>
            </a:r>
            <a:endParaRPr lang="en-US" altLang="ja-JP" sz="4400" dirty="0"/>
          </a:p>
          <a:p>
            <a:pPr marL="0" indent="0">
              <a:buNone/>
            </a:pPr>
            <a:r>
              <a:rPr lang="en-US" altLang="ja-JP" sz="4400" dirty="0"/>
              <a:t>• </a:t>
            </a:r>
            <a:r>
              <a:rPr lang="ja-JP" altLang="en-US" sz="4400" dirty="0"/>
              <a:t>詳細なバイタルサインの測定 </a:t>
            </a:r>
            <a:endParaRPr lang="en-US" altLang="ja-JP" sz="4400" dirty="0"/>
          </a:p>
          <a:p>
            <a:pPr marL="0" indent="0">
              <a:buNone/>
            </a:pPr>
            <a:r>
              <a:rPr lang="en-US" altLang="ja-JP" sz="4400" dirty="0"/>
              <a:t>• </a:t>
            </a:r>
            <a:r>
              <a:rPr lang="ja-JP" altLang="en-US" sz="4400" dirty="0"/>
              <a:t>傷病者情報の聴取（</a:t>
            </a:r>
            <a:r>
              <a:rPr lang="en-US" altLang="ja-JP" sz="4400" dirty="0"/>
              <a:t>GUMBA / SAMPLE</a:t>
            </a:r>
            <a:r>
              <a:rPr lang="ja-JP" altLang="en-US" sz="4400" dirty="0"/>
              <a:t>） </a:t>
            </a:r>
            <a:endParaRPr lang="en-US" altLang="ja-JP" sz="4400" dirty="0"/>
          </a:p>
          <a:p>
            <a:pPr marL="0" indent="0">
              <a:buNone/>
            </a:pPr>
            <a:r>
              <a:rPr lang="en-US" altLang="ja-JP" sz="4400" dirty="0"/>
              <a:t>• </a:t>
            </a:r>
            <a:r>
              <a:rPr lang="ja-JP" altLang="en-US" sz="4400" dirty="0"/>
              <a:t>現場離脱（搬送開始）</a:t>
            </a:r>
            <a:endParaRPr lang="en-US" altLang="ja-JP" sz="4400" dirty="0"/>
          </a:p>
        </p:txBody>
      </p:sp>
    </p:spTree>
    <p:extLst>
      <p:ext uri="{BB962C8B-B14F-4D97-AF65-F5344CB8AC3E}">
        <p14:creationId xmlns:p14="http://schemas.microsoft.com/office/powerpoint/2010/main" val="1783572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3DECAC-9A3D-FE30-962E-718F1EC54AB8}"/>
              </a:ext>
            </a:extLst>
          </p:cNvPr>
          <p:cNvSpPr>
            <a:spLocks noGrp="1"/>
          </p:cNvSpPr>
          <p:nvPr>
            <p:ph type="title"/>
          </p:nvPr>
        </p:nvSpPr>
        <p:spPr/>
        <p:txBody>
          <a:bodyPr/>
          <a:lstStyle/>
          <a:p>
            <a:r>
              <a:rPr kumimoji="1" lang="ja-JP" altLang="en-US" dirty="0"/>
              <a:t>情報聴取の項目</a:t>
            </a:r>
          </a:p>
        </p:txBody>
      </p:sp>
      <p:sp>
        <p:nvSpPr>
          <p:cNvPr id="3" name="テキスト プレースホルダー 2">
            <a:extLst>
              <a:ext uri="{FF2B5EF4-FFF2-40B4-BE49-F238E27FC236}">
                <a16:creationId xmlns:a16="http://schemas.microsoft.com/office/drawing/2014/main" id="{3AE0FE8D-7741-10AE-C9AD-E0005225C957}"/>
              </a:ext>
            </a:extLst>
          </p:cNvPr>
          <p:cNvSpPr>
            <a:spLocks noGrp="1"/>
          </p:cNvSpPr>
          <p:nvPr>
            <p:ph type="body" idx="1"/>
          </p:nvPr>
        </p:nvSpPr>
        <p:spPr>
          <a:xfrm>
            <a:off x="524994" y="1171498"/>
            <a:ext cx="5157787" cy="823912"/>
          </a:xfrm>
        </p:spPr>
        <p:txBody>
          <a:bodyPr/>
          <a:lstStyle/>
          <a:p>
            <a:r>
              <a:rPr kumimoji="1" lang="en-US" altLang="ja-JP" dirty="0"/>
              <a:t>GUMBA</a:t>
            </a:r>
            <a:endParaRPr kumimoji="1" lang="ja-JP" altLang="en-US" dirty="0"/>
          </a:p>
        </p:txBody>
      </p:sp>
      <p:graphicFrame>
        <p:nvGraphicFramePr>
          <p:cNvPr id="8" name="コンテンツ プレースホルダー 7">
            <a:extLst>
              <a:ext uri="{FF2B5EF4-FFF2-40B4-BE49-F238E27FC236}">
                <a16:creationId xmlns:a16="http://schemas.microsoft.com/office/drawing/2014/main" id="{72C6B01C-CA48-188B-6FE4-A3EA91912EAB}"/>
              </a:ext>
            </a:extLst>
          </p:cNvPr>
          <p:cNvGraphicFramePr>
            <a:graphicFrameLocks noGrp="1"/>
          </p:cNvGraphicFramePr>
          <p:nvPr>
            <p:ph sz="half" idx="2"/>
            <p:extLst>
              <p:ext uri="{D42A27DB-BD31-4B8C-83A1-F6EECF244321}">
                <p14:modId xmlns:p14="http://schemas.microsoft.com/office/powerpoint/2010/main" val="4273145144"/>
              </p:ext>
            </p:extLst>
          </p:nvPr>
        </p:nvGraphicFramePr>
        <p:xfrm>
          <a:off x="300142" y="1980419"/>
          <a:ext cx="5157786" cy="3740980"/>
        </p:xfrm>
        <a:graphic>
          <a:graphicData uri="http://schemas.openxmlformats.org/drawingml/2006/table">
            <a:tbl>
              <a:tblPr firstRow="1" bandRow="1">
                <a:tableStyleId>{8A107856-5554-42FB-B03E-39F5DBC370BA}</a:tableStyleId>
              </a:tblPr>
              <a:tblGrid>
                <a:gridCol w="932741">
                  <a:extLst>
                    <a:ext uri="{9D8B030D-6E8A-4147-A177-3AD203B41FA5}">
                      <a16:colId xmlns:a16="http://schemas.microsoft.com/office/drawing/2014/main" val="4231682549"/>
                    </a:ext>
                  </a:extLst>
                </a:gridCol>
                <a:gridCol w="4225045">
                  <a:extLst>
                    <a:ext uri="{9D8B030D-6E8A-4147-A177-3AD203B41FA5}">
                      <a16:colId xmlns:a16="http://schemas.microsoft.com/office/drawing/2014/main" val="393147084"/>
                    </a:ext>
                  </a:extLst>
                </a:gridCol>
              </a:tblGrid>
              <a:tr h="748196">
                <a:tc>
                  <a:txBody>
                    <a:bodyPr/>
                    <a:lstStyle/>
                    <a:p>
                      <a:r>
                        <a:rPr kumimoji="1" lang="en-US" altLang="ja-JP" sz="2400" b="1" dirty="0">
                          <a:latin typeface="メイリオ" panose="020B0604030504040204" pitchFamily="50" charset="-128"/>
                          <a:ea typeface="メイリオ" panose="020B0604030504040204" pitchFamily="50" charset="-128"/>
                        </a:rPr>
                        <a:t>G</a:t>
                      </a:r>
                      <a:endParaRPr kumimoji="1" lang="ja-JP" altLang="en-US" sz="2400" b="1" dirty="0">
                        <a:latin typeface="メイリオ" panose="020B0604030504040204" pitchFamily="50" charset="-128"/>
                        <a:ea typeface="メイリオ" panose="020B0604030504040204" pitchFamily="50" charset="-128"/>
                      </a:endParaRPr>
                    </a:p>
                  </a:txBody>
                  <a:tcPr/>
                </a:tc>
                <a:tc>
                  <a:txBody>
                    <a:bodyPr/>
                    <a:lstStyle/>
                    <a:p>
                      <a:r>
                        <a:rPr kumimoji="1" lang="ja-JP" altLang="en-US" sz="2400" b="1" dirty="0">
                          <a:latin typeface="メイリオ" panose="020B0604030504040204" pitchFamily="50" charset="-128"/>
                          <a:ea typeface="メイリオ" panose="020B0604030504040204" pitchFamily="50" charset="-128"/>
                        </a:rPr>
                        <a:t>原因（事故のいきさつ）</a:t>
                      </a:r>
                    </a:p>
                  </a:txBody>
                  <a:tcPr/>
                </a:tc>
                <a:extLst>
                  <a:ext uri="{0D108BD9-81ED-4DB2-BD59-A6C34878D82A}">
                    <a16:rowId xmlns:a16="http://schemas.microsoft.com/office/drawing/2014/main" val="1830516683"/>
                  </a:ext>
                </a:extLst>
              </a:tr>
              <a:tr h="748196">
                <a:tc>
                  <a:txBody>
                    <a:bodyPr/>
                    <a:lstStyle/>
                    <a:p>
                      <a:r>
                        <a:rPr kumimoji="1" lang="en-US" altLang="ja-JP" sz="2400" b="1" dirty="0">
                          <a:latin typeface="メイリオ" panose="020B0604030504040204" pitchFamily="50" charset="-128"/>
                          <a:ea typeface="メイリオ" panose="020B0604030504040204" pitchFamily="50" charset="-128"/>
                        </a:rPr>
                        <a:t>U</a:t>
                      </a:r>
                      <a:endParaRPr kumimoji="1" lang="ja-JP" altLang="en-US" sz="2400" b="1" dirty="0">
                        <a:latin typeface="メイリオ" panose="020B0604030504040204" pitchFamily="50" charset="-128"/>
                        <a:ea typeface="メイリオ" panose="020B0604030504040204" pitchFamily="50" charset="-128"/>
                      </a:endParaRPr>
                    </a:p>
                  </a:txBody>
                  <a:tcPr/>
                </a:tc>
                <a:tc>
                  <a:txBody>
                    <a:bodyPr/>
                    <a:lstStyle/>
                    <a:p>
                      <a:r>
                        <a:rPr kumimoji="1" lang="ja-JP" altLang="en-US" sz="2400" b="1" dirty="0">
                          <a:latin typeface="メイリオ" panose="020B0604030504040204" pitchFamily="50" charset="-128"/>
                          <a:ea typeface="メイリオ" panose="020B0604030504040204" pitchFamily="50" charset="-128"/>
                        </a:rPr>
                        <a:t>訴え（主訴）</a:t>
                      </a:r>
                    </a:p>
                  </a:txBody>
                  <a:tcPr/>
                </a:tc>
                <a:extLst>
                  <a:ext uri="{0D108BD9-81ED-4DB2-BD59-A6C34878D82A}">
                    <a16:rowId xmlns:a16="http://schemas.microsoft.com/office/drawing/2014/main" val="1287248819"/>
                  </a:ext>
                </a:extLst>
              </a:tr>
              <a:tr h="748196">
                <a:tc>
                  <a:txBody>
                    <a:bodyPr/>
                    <a:lstStyle/>
                    <a:p>
                      <a:r>
                        <a:rPr kumimoji="1" lang="en-US" altLang="ja-JP" sz="2400" b="1" dirty="0">
                          <a:latin typeface="メイリオ" panose="020B0604030504040204" pitchFamily="50" charset="-128"/>
                          <a:ea typeface="メイリオ" panose="020B0604030504040204" pitchFamily="50" charset="-128"/>
                        </a:rPr>
                        <a:t>M</a:t>
                      </a:r>
                      <a:endParaRPr kumimoji="1" lang="ja-JP" altLang="en-US" sz="2400" b="1" dirty="0">
                        <a:latin typeface="メイリオ" panose="020B0604030504040204" pitchFamily="50" charset="-128"/>
                        <a:ea typeface="メイリオ" panose="020B0604030504040204" pitchFamily="50" charset="-128"/>
                      </a:endParaRPr>
                    </a:p>
                  </a:txBody>
                  <a:tcPr/>
                </a:tc>
                <a:tc>
                  <a:txBody>
                    <a:bodyPr/>
                    <a:lstStyle/>
                    <a:p>
                      <a:r>
                        <a:rPr kumimoji="1" lang="ja-JP" altLang="en-US" sz="2400" b="1" dirty="0">
                          <a:latin typeface="メイリオ" panose="020B0604030504040204" pitchFamily="50" charset="-128"/>
                          <a:ea typeface="メイリオ" panose="020B0604030504040204" pitchFamily="50" charset="-128"/>
                        </a:rPr>
                        <a:t>めし（最終食事摂取時刻）</a:t>
                      </a:r>
                    </a:p>
                  </a:txBody>
                  <a:tcPr/>
                </a:tc>
                <a:extLst>
                  <a:ext uri="{0D108BD9-81ED-4DB2-BD59-A6C34878D82A}">
                    <a16:rowId xmlns:a16="http://schemas.microsoft.com/office/drawing/2014/main" val="2079816692"/>
                  </a:ext>
                </a:extLst>
              </a:tr>
              <a:tr h="748196">
                <a:tc>
                  <a:txBody>
                    <a:bodyPr/>
                    <a:lstStyle/>
                    <a:p>
                      <a:r>
                        <a:rPr kumimoji="1" lang="en-US" altLang="ja-JP" sz="2400" b="1" dirty="0">
                          <a:latin typeface="メイリオ" panose="020B0604030504040204" pitchFamily="50" charset="-128"/>
                          <a:ea typeface="メイリオ" panose="020B0604030504040204" pitchFamily="50" charset="-128"/>
                        </a:rPr>
                        <a:t>B</a:t>
                      </a:r>
                      <a:endParaRPr kumimoji="1" lang="ja-JP" altLang="en-US" sz="2400" b="1" dirty="0">
                        <a:latin typeface="メイリオ" panose="020B0604030504040204" pitchFamily="50" charset="-128"/>
                        <a:ea typeface="メイリオ" panose="020B0604030504040204" pitchFamily="50" charset="-128"/>
                      </a:endParaRPr>
                    </a:p>
                  </a:txBody>
                  <a:tcPr/>
                </a:tc>
                <a:tc>
                  <a:txBody>
                    <a:bodyPr/>
                    <a:lstStyle/>
                    <a:p>
                      <a:r>
                        <a:rPr kumimoji="1" lang="ja-JP" altLang="en-US" sz="2400" b="1" dirty="0">
                          <a:latin typeface="メイリオ" panose="020B0604030504040204" pitchFamily="50" charset="-128"/>
                          <a:ea typeface="メイリオ" panose="020B0604030504040204" pitchFamily="50" charset="-128"/>
                        </a:rPr>
                        <a:t>病気、病歴（服用薬）</a:t>
                      </a:r>
                    </a:p>
                  </a:txBody>
                  <a:tcPr/>
                </a:tc>
                <a:extLst>
                  <a:ext uri="{0D108BD9-81ED-4DB2-BD59-A6C34878D82A}">
                    <a16:rowId xmlns:a16="http://schemas.microsoft.com/office/drawing/2014/main" val="2242233039"/>
                  </a:ext>
                </a:extLst>
              </a:tr>
              <a:tr h="748196">
                <a:tc>
                  <a:txBody>
                    <a:bodyPr/>
                    <a:lstStyle/>
                    <a:p>
                      <a:r>
                        <a:rPr kumimoji="1" lang="en-US" altLang="ja-JP" sz="2400" b="1" dirty="0">
                          <a:latin typeface="メイリオ" panose="020B0604030504040204" pitchFamily="50" charset="-128"/>
                          <a:ea typeface="メイリオ" panose="020B0604030504040204" pitchFamily="50" charset="-128"/>
                        </a:rPr>
                        <a:t>A</a:t>
                      </a:r>
                      <a:endParaRPr kumimoji="1" lang="ja-JP" altLang="en-US" sz="2400" b="1" dirty="0">
                        <a:latin typeface="メイリオ" panose="020B0604030504040204" pitchFamily="50" charset="-128"/>
                        <a:ea typeface="メイリオ" panose="020B0604030504040204" pitchFamily="50" charset="-128"/>
                      </a:endParaRPr>
                    </a:p>
                  </a:txBody>
                  <a:tcPr/>
                </a:tc>
                <a:tc>
                  <a:txBody>
                    <a:bodyPr/>
                    <a:lstStyle/>
                    <a:p>
                      <a:r>
                        <a:rPr kumimoji="1" lang="ja-JP" altLang="en-US" sz="2400" b="1" dirty="0">
                          <a:latin typeface="メイリオ" panose="020B0604030504040204" pitchFamily="50" charset="-128"/>
                          <a:ea typeface="メイリオ" panose="020B0604030504040204" pitchFamily="50" charset="-128"/>
                        </a:rPr>
                        <a:t>アレルギー</a:t>
                      </a:r>
                    </a:p>
                  </a:txBody>
                  <a:tcPr/>
                </a:tc>
                <a:extLst>
                  <a:ext uri="{0D108BD9-81ED-4DB2-BD59-A6C34878D82A}">
                    <a16:rowId xmlns:a16="http://schemas.microsoft.com/office/drawing/2014/main" val="3244125413"/>
                  </a:ext>
                </a:extLst>
              </a:tr>
            </a:tbl>
          </a:graphicData>
        </a:graphic>
      </p:graphicFrame>
      <p:sp>
        <p:nvSpPr>
          <p:cNvPr id="5" name="テキスト プレースホルダー 4">
            <a:extLst>
              <a:ext uri="{FF2B5EF4-FFF2-40B4-BE49-F238E27FC236}">
                <a16:creationId xmlns:a16="http://schemas.microsoft.com/office/drawing/2014/main" id="{3CC3DEF6-3843-C575-CE09-D2D3F058E69C}"/>
              </a:ext>
            </a:extLst>
          </p:cNvPr>
          <p:cNvSpPr>
            <a:spLocks noGrp="1"/>
          </p:cNvSpPr>
          <p:nvPr>
            <p:ph type="body" sz="quarter" idx="3"/>
          </p:nvPr>
        </p:nvSpPr>
        <p:spPr>
          <a:xfrm>
            <a:off x="6112240" y="1141517"/>
            <a:ext cx="5183188" cy="823912"/>
          </a:xfrm>
        </p:spPr>
        <p:txBody>
          <a:bodyPr/>
          <a:lstStyle/>
          <a:p>
            <a:r>
              <a:rPr kumimoji="1" lang="en-US" altLang="ja-JP" dirty="0"/>
              <a:t>SAMPLER</a:t>
            </a:r>
            <a:endParaRPr kumimoji="1" lang="ja-JP" altLang="en-US" dirty="0"/>
          </a:p>
        </p:txBody>
      </p:sp>
      <p:graphicFrame>
        <p:nvGraphicFramePr>
          <p:cNvPr id="9" name="コンテンツ プレースホルダー 8">
            <a:extLst>
              <a:ext uri="{FF2B5EF4-FFF2-40B4-BE49-F238E27FC236}">
                <a16:creationId xmlns:a16="http://schemas.microsoft.com/office/drawing/2014/main" id="{D896996B-F06F-025F-914F-A7C3BE29206A}"/>
              </a:ext>
            </a:extLst>
          </p:cNvPr>
          <p:cNvGraphicFramePr>
            <a:graphicFrameLocks noGrp="1"/>
          </p:cNvGraphicFramePr>
          <p:nvPr>
            <p:ph sz="quarter" idx="4"/>
            <p:extLst>
              <p:ext uri="{D42A27DB-BD31-4B8C-83A1-F6EECF244321}">
                <p14:modId xmlns:p14="http://schemas.microsoft.com/office/powerpoint/2010/main" val="3227388541"/>
              </p:ext>
            </p:extLst>
          </p:nvPr>
        </p:nvGraphicFramePr>
        <p:xfrm>
          <a:off x="6157210" y="1935448"/>
          <a:ext cx="5183188" cy="4289056"/>
        </p:xfrm>
        <a:graphic>
          <a:graphicData uri="http://schemas.openxmlformats.org/drawingml/2006/table">
            <a:tbl>
              <a:tblPr firstRow="1" bandRow="1">
                <a:tableStyleId>{16D9F66E-5EB9-4882-86FB-DCBF35E3C3E4}</a:tableStyleId>
              </a:tblPr>
              <a:tblGrid>
                <a:gridCol w="875714">
                  <a:extLst>
                    <a:ext uri="{9D8B030D-6E8A-4147-A177-3AD203B41FA5}">
                      <a16:colId xmlns:a16="http://schemas.microsoft.com/office/drawing/2014/main" val="2248343246"/>
                    </a:ext>
                  </a:extLst>
                </a:gridCol>
                <a:gridCol w="4307474">
                  <a:extLst>
                    <a:ext uri="{9D8B030D-6E8A-4147-A177-3AD203B41FA5}">
                      <a16:colId xmlns:a16="http://schemas.microsoft.com/office/drawing/2014/main" val="3663132633"/>
                    </a:ext>
                  </a:extLst>
                </a:gridCol>
              </a:tblGrid>
              <a:tr h="546484">
                <a:tc>
                  <a:txBody>
                    <a:bodyPr/>
                    <a:lstStyle/>
                    <a:p>
                      <a:r>
                        <a:rPr kumimoji="1" lang="en-US" altLang="ja-JP" sz="2000" b="1" dirty="0">
                          <a:latin typeface="メイリオ" panose="020B0604030504040204" pitchFamily="50" charset="-128"/>
                          <a:ea typeface="メイリオ" panose="020B0604030504040204" pitchFamily="50" charset="-128"/>
                        </a:rPr>
                        <a:t>S</a:t>
                      </a:r>
                    </a:p>
                  </a:txBody>
                  <a:tcPr/>
                </a:tc>
                <a:tc>
                  <a:txBody>
                    <a:bodyPr/>
                    <a:lstStyle/>
                    <a:p>
                      <a:r>
                        <a:rPr kumimoji="1" lang="en-US" altLang="ja-JP" sz="2000" b="1" dirty="0">
                          <a:latin typeface="メイリオ" panose="020B0604030504040204" pitchFamily="50" charset="-128"/>
                          <a:ea typeface="メイリオ" panose="020B0604030504040204" pitchFamily="50" charset="-128"/>
                        </a:rPr>
                        <a:t>Symptoms:</a:t>
                      </a:r>
                      <a:r>
                        <a:rPr kumimoji="1" lang="ja-JP" altLang="en-US" sz="2000" b="1" dirty="0">
                          <a:latin typeface="メイリオ" panose="020B0604030504040204" pitchFamily="50" charset="-128"/>
                          <a:ea typeface="メイリオ" panose="020B0604030504040204" pitchFamily="50" charset="-128"/>
                        </a:rPr>
                        <a:t>症状</a:t>
                      </a:r>
                    </a:p>
                  </a:txBody>
                  <a:tcPr/>
                </a:tc>
                <a:extLst>
                  <a:ext uri="{0D108BD9-81ED-4DB2-BD59-A6C34878D82A}">
                    <a16:rowId xmlns:a16="http://schemas.microsoft.com/office/drawing/2014/main" val="3595308051"/>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A</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lang="en-US" altLang="ja-JP" sz="2000" b="1" dirty="0">
                          <a:latin typeface="メイリオ" panose="020B0604030504040204" pitchFamily="50" charset="-128"/>
                          <a:ea typeface="メイリオ" panose="020B0604030504040204" pitchFamily="50" charset="-128"/>
                        </a:rPr>
                        <a:t>Allergies:</a:t>
                      </a:r>
                      <a:r>
                        <a:rPr lang="ja-JP" altLang="en-US" sz="2000" b="1" dirty="0">
                          <a:latin typeface="メイリオ" panose="020B0604030504040204" pitchFamily="50" charset="-128"/>
                          <a:ea typeface="メイリオ" panose="020B0604030504040204" pitchFamily="50" charset="-128"/>
                        </a:rPr>
                        <a:t>アレルギー</a:t>
                      </a:r>
                      <a:endParaRPr kumimoji="1" lang="ja-JP" altLang="en-US" sz="2000" b="1"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386821702"/>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M</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lang="en-US" altLang="ja-JP" sz="2000" b="1" dirty="0">
                          <a:latin typeface="メイリオ" panose="020B0604030504040204" pitchFamily="50" charset="-128"/>
                          <a:ea typeface="メイリオ" panose="020B0604030504040204" pitchFamily="50" charset="-128"/>
                        </a:rPr>
                        <a:t>Medications</a:t>
                      </a:r>
                      <a:r>
                        <a:rPr lang="ja-JP" altLang="en-US" sz="2000" b="1" dirty="0">
                          <a:latin typeface="メイリオ" panose="020B0604030504040204" pitchFamily="50" charset="-128"/>
                          <a:ea typeface="メイリオ" panose="020B0604030504040204" pitchFamily="50" charset="-128"/>
                        </a:rPr>
                        <a:t>：内服薬</a:t>
                      </a:r>
                      <a:endParaRPr kumimoji="1" lang="ja-JP" altLang="en-US" sz="2000" b="1"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87612559"/>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P</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lang="en-US" altLang="ja-JP" sz="2000" b="1" dirty="0">
                          <a:latin typeface="メイリオ" panose="020B0604030504040204" pitchFamily="50" charset="-128"/>
                          <a:ea typeface="メイリオ" panose="020B0604030504040204" pitchFamily="50" charset="-128"/>
                        </a:rPr>
                        <a:t>Past medical history</a:t>
                      </a:r>
                      <a:r>
                        <a:rPr lang="ja-JP" altLang="en-US" sz="2000" b="1" dirty="0">
                          <a:latin typeface="メイリオ" panose="020B0604030504040204" pitchFamily="50" charset="-128"/>
                          <a:ea typeface="メイリオ" panose="020B0604030504040204" pitchFamily="50" charset="-128"/>
                        </a:rPr>
                        <a:t>：病歴</a:t>
                      </a:r>
                      <a:endParaRPr kumimoji="1" lang="ja-JP" altLang="en-US" sz="2000" b="1"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7250346"/>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L</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lang="en-US" altLang="ja-JP" sz="2000" b="1" dirty="0">
                          <a:latin typeface="メイリオ" panose="020B0604030504040204" pitchFamily="50" charset="-128"/>
                          <a:ea typeface="メイリオ" panose="020B0604030504040204" pitchFamily="50" charset="-128"/>
                        </a:rPr>
                        <a:t>Last oral intake</a:t>
                      </a:r>
                      <a:r>
                        <a:rPr lang="ja-JP" altLang="en-US" sz="2000" b="1" dirty="0">
                          <a:latin typeface="メイリオ" panose="020B0604030504040204" pitchFamily="50" charset="-128"/>
                          <a:ea typeface="メイリオ" panose="020B0604030504040204" pitchFamily="50" charset="-128"/>
                        </a:rPr>
                        <a:t>：</a:t>
                      </a:r>
                      <a:endParaRPr lang="en-US" altLang="ja-JP" sz="2000" b="1" dirty="0">
                        <a:latin typeface="メイリオ" panose="020B0604030504040204" pitchFamily="50" charset="-128"/>
                        <a:ea typeface="メイリオ" panose="020B0604030504040204" pitchFamily="50" charset="-128"/>
                      </a:endParaRPr>
                    </a:p>
                    <a:p>
                      <a:r>
                        <a:rPr kumimoji="1" lang="ja-JP" altLang="en-US" sz="2000" b="1" dirty="0">
                          <a:latin typeface="メイリオ" panose="020B0604030504040204" pitchFamily="50" charset="-128"/>
                          <a:ea typeface="メイリオ" panose="020B0604030504040204" pitchFamily="50" charset="-128"/>
                        </a:rPr>
                        <a:t>最終食事摂取時刻</a:t>
                      </a:r>
                    </a:p>
                  </a:txBody>
                  <a:tcPr/>
                </a:tc>
                <a:extLst>
                  <a:ext uri="{0D108BD9-81ED-4DB2-BD59-A6C34878D82A}">
                    <a16:rowId xmlns:a16="http://schemas.microsoft.com/office/drawing/2014/main" val="3244198319"/>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E</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lang="en-US" altLang="ja-JP" sz="2000" b="1" dirty="0">
                          <a:latin typeface="メイリオ" panose="020B0604030504040204" pitchFamily="50" charset="-128"/>
                          <a:ea typeface="メイリオ" panose="020B0604030504040204" pitchFamily="50" charset="-128"/>
                        </a:rPr>
                        <a:t>Event preceding the incident</a:t>
                      </a:r>
                      <a:r>
                        <a:rPr lang="ja-JP" altLang="en-US" sz="2000" b="1" dirty="0">
                          <a:latin typeface="メイリオ" panose="020B0604030504040204" pitchFamily="50" charset="-128"/>
                          <a:ea typeface="メイリオ" panose="020B0604030504040204" pitchFamily="50" charset="-128"/>
                        </a:rPr>
                        <a:t>：</a:t>
                      </a:r>
                      <a:endParaRPr lang="en-US" altLang="ja-JP" sz="2000" b="1" dirty="0">
                        <a:latin typeface="メイリオ" panose="020B0604030504040204" pitchFamily="50" charset="-128"/>
                        <a:ea typeface="メイリオ" panose="020B0604030504040204" pitchFamily="50" charset="-128"/>
                      </a:endParaRPr>
                    </a:p>
                    <a:p>
                      <a:r>
                        <a:rPr lang="ja-JP" altLang="en-US" sz="2000" b="1" dirty="0">
                          <a:latin typeface="メイリオ" panose="020B0604030504040204" pitchFamily="50" charset="-128"/>
                          <a:ea typeface="メイリオ" panose="020B0604030504040204" pitchFamily="50" charset="-128"/>
                        </a:rPr>
                        <a:t>事故前の出来事⇔原因 </a:t>
                      </a:r>
                      <a:endParaRPr kumimoji="1" lang="ja-JP" altLang="en-US" sz="2000" b="1"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74578321"/>
                  </a:ext>
                </a:extLst>
              </a:tr>
              <a:tr h="546484">
                <a:tc>
                  <a:txBody>
                    <a:bodyPr/>
                    <a:lstStyle/>
                    <a:p>
                      <a:r>
                        <a:rPr kumimoji="1" lang="en-US" altLang="ja-JP" sz="2000" b="1" dirty="0">
                          <a:latin typeface="メイリオ" panose="020B0604030504040204" pitchFamily="50" charset="-128"/>
                          <a:ea typeface="メイリオ" panose="020B0604030504040204" pitchFamily="50" charset="-128"/>
                        </a:rPr>
                        <a:t>R</a:t>
                      </a:r>
                      <a:endParaRPr kumimoji="1" lang="ja-JP" altLang="en-US" sz="2000" b="1" dirty="0">
                        <a:latin typeface="メイリオ" panose="020B0604030504040204" pitchFamily="50" charset="-128"/>
                        <a:ea typeface="メイリオ" panose="020B0604030504040204" pitchFamily="50" charset="-128"/>
                      </a:endParaRPr>
                    </a:p>
                  </a:txBody>
                  <a:tcPr/>
                </a:tc>
                <a:tc>
                  <a:txBody>
                    <a:bodyPr/>
                    <a:lstStyle/>
                    <a:p>
                      <a:r>
                        <a:rPr kumimoji="1" lang="en-US" altLang="ja-JP" sz="2000" b="1" dirty="0">
                          <a:latin typeface="メイリオ" panose="020B0604030504040204" pitchFamily="50" charset="-128"/>
                          <a:ea typeface="メイリオ" panose="020B0604030504040204" pitchFamily="50" charset="-128"/>
                        </a:rPr>
                        <a:t>Risk Factors</a:t>
                      </a:r>
                      <a:r>
                        <a:rPr kumimoji="1" lang="ja-JP" altLang="en-US" sz="2000" b="1" dirty="0">
                          <a:latin typeface="メイリオ" panose="020B0604030504040204" pitchFamily="50" charset="-128"/>
                          <a:ea typeface="メイリオ" panose="020B0604030504040204" pitchFamily="50" charset="-128"/>
                        </a:rPr>
                        <a:t>：</a:t>
                      </a:r>
                      <a:endParaRPr kumimoji="1" lang="en-US" altLang="ja-JP" sz="2000" b="1" dirty="0">
                        <a:latin typeface="メイリオ" panose="020B0604030504040204" pitchFamily="50" charset="-128"/>
                        <a:ea typeface="メイリオ" panose="020B0604030504040204" pitchFamily="50" charset="-128"/>
                      </a:endParaRPr>
                    </a:p>
                    <a:p>
                      <a:r>
                        <a:rPr kumimoji="1" lang="ja-JP" altLang="en-US" sz="2000" b="1" dirty="0">
                          <a:latin typeface="メイリオ" panose="020B0604030504040204" pitchFamily="50" charset="-128"/>
                          <a:ea typeface="メイリオ" panose="020B0604030504040204" pitchFamily="50" charset="-128"/>
                        </a:rPr>
                        <a:t>病気の発生や進行の原因となる要素</a:t>
                      </a:r>
                    </a:p>
                  </a:txBody>
                  <a:tcPr/>
                </a:tc>
                <a:extLst>
                  <a:ext uri="{0D108BD9-81ED-4DB2-BD59-A6C34878D82A}">
                    <a16:rowId xmlns:a16="http://schemas.microsoft.com/office/drawing/2014/main" val="1972275753"/>
                  </a:ext>
                </a:extLst>
              </a:tr>
            </a:tbl>
          </a:graphicData>
        </a:graphic>
      </p:graphicFrame>
      <p:sp>
        <p:nvSpPr>
          <p:cNvPr id="10" name="正方形/長方形 9">
            <a:extLst>
              <a:ext uri="{FF2B5EF4-FFF2-40B4-BE49-F238E27FC236}">
                <a16:creationId xmlns:a16="http://schemas.microsoft.com/office/drawing/2014/main" id="{B4022F4A-09B7-0706-B8FB-C6AB37E17025}"/>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DFB6E446-73DE-C527-B8D9-9E1829522619}"/>
              </a:ext>
            </a:extLst>
          </p:cNvPr>
          <p:cNvSpPr txBox="1"/>
          <p:nvPr/>
        </p:nvSpPr>
        <p:spPr>
          <a:xfrm>
            <a:off x="2465881" y="6211669"/>
            <a:ext cx="9196466" cy="646331"/>
          </a:xfrm>
          <a:prstGeom prst="rect">
            <a:avLst/>
          </a:prstGeom>
          <a:noFill/>
        </p:spPr>
        <p:txBody>
          <a:bodyPr wrap="square">
            <a:spAutoFit/>
          </a:bodyPr>
          <a:lstStyle/>
          <a:p>
            <a:r>
              <a:rPr lang="ja-JP" altLang="en-US" sz="3600" b="1">
                <a:solidFill>
                  <a:srgbClr val="FF0000"/>
                </a:solidFill>
                <a:latin typeface="メイリオ" panose="020B0604030504040204" pitchFamily="50" charset="-128"/>
                <a:ea typeface="メイリオ" panose="020B0604030504040204" pitchFamily="50" charset="-128"/>
              </a:rPr>
              <a:t>聞けるタイミングで聴取</a:t>
            </a:r>
            <a:r>
              <a:rPr lang="ja-JP" altLang="en-US" sz="3600" b="1" dirty="0">
                <a:solidFill>
                  <a:srgbClr val="FF0000"/>
                </a:solidFill>
                <a:latin typeface="メイリオ" panose="020B0604030504040204" pitchFamily="50" charset="-128"/>
                <a:ea typeface="メイリオ" panose="020B0604030504040204" pitchFamily="50" charset="-128"/>
              </a:rPr>
              <a:t>する</a:t>
            </a:r>
          </a:p>
        </p:txBody>
      </p:sp>
    </p:spTree>
    <p:extLst>
      <p:ext uri="{BB962C8B-B14F-4D97-AF65-F5344CB8AC3E}">
        <p14:creationId xmlns:p14="http://schemas.microsoft.com/office/powerpoint/2010/main" val="2142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B243-4A3A-B7F5-9EC1-1A65EA949D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CE631A-25E2-7B70-90AB-676E4F6ADC0C}"/>
              </a:ext>
            </a:extLst>
          </p:cNvPr>
          <p:cNvSpPr>
            <a:spLocks noGrp="1"/>
          </p:cNvSpPr>
          <p:nvPr>
            <p:ph type="title"/>
          </p:nvPr>
        </p:nvSpPr>
        <p:spPr/>
        <p:txBody>
          <a:bodyPr/>
          <a:lstStyle/>
          <a:p>
            <a:r>
              <a:rPr kumimoji="1" lang="ja-JP" altLang="en-US"/>
              <a:t>外傷を学ぶコース</a:t>
            </a:r>
            <a:endParaRPr kumimoji="1" lang="ja-JP" altLang="en-US" dirty="0"/>
          </a:p>
        </p:txBody>
      </p:sp>
      <p:sp>
        <p:nvSpPr>
          <p:cNvPr id="4" name="正方形/長方形 3">
            <a:extLst>
              <a:ext uri="{FF2B5EF4-FFF2-40B4-BE49-F238E27FC236}">
                <a16:creationId xmlns:a16="http://schemas.microsoft.com/office/drawing/2014/main" id="{896D9D0B-E8A6-4021-6C9E-697AAEAF15DB}"/>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15DE300B-677E-B9B4-EE7F-1DF0BC573B87}"/>
              </a:ext>
            </a:extLst>
          </p:cNvPr>
          <p:cNvSpPr>
            <a:spLocks noGrp="1"/>
          </p:cNvSpPr>
          <p:nvPr>
            <p:ph idx="1"/>
          </p:nvPr>
        </p:nvSpPr>
        <p:spPr>
          <a:xfrm>
            <a:off x="254833" y="1825624"/>
            <a:ext cx="11347554" cy="4755057"/>
          </a:xfrm>
        </p:spPr>
        <p:txBody>
          <a:bodyPr>
            <a:normAutofit fontScale="92500" lnSpcReduction="20000"/>
          </a:bodyPr>
          <a:lstStyle/>
          <a:p>
            <a:pPr marL="0" indent="0">
              <a:buNone/>
            </a:pPr>
            <a:r>
              <a:rPr lang="en-US" altLang="ja-JP" sz="5400"/>
              <a:t>•JPTEC</a:t>
            </a:r>
          </a:p>
          <a:p>
            <a:pPr marL="0" indent="0">
              <a:buNone/>
            </a:pPr>
            <a:r>
              <a:rPr lang="ja-JP" altLang="en-US" sz="5400"/>
              <a:t>（プロバイダーコース、更新コース）</a:t>
            </a:r>
            <a:endParaRPr lang="en-US" altLang="ja-JP" sz="5400"/>
          </a:p>
          <a:p>
            <a:pPr marL="0" indent="0">
              <a:buNone/>
            </a:pPr>
            <a:r>
              <a:rPr lang="en-US" altLang="ja-JP" sz="5400"/>
              <a:t>•ITLS</a:t>
            </a:r>
          </a:p>
          <a:p>
            <a:pPr marL="0" indent="0">
              <a:buNone/>
            </a:pPr>
            <a:r>
              <a:rPr lang="ja-JP" altLang="en-US" sz="5400"/>
              <a:t>（アクセス、アドバンス、小児）</a:t>
            </a:r>
            <a:endParaRPr lang="en-US" altLang="ja-JP" sz="5400"/>
          </a:p>
          <a:p>
            <a:pPr marL="0" indent="0">
              <a:buNone/>
            </a:pPr>
            <a:r>
              <a:rPr lang="en-US" altLang="ja-JP" sz="5400"/>
              <a:t>•PHTLS</a:t>
            </a:r>
          </a:p>
          <a:p>
            <a:pPr marL="0" indent="0">
              <a:buNone/>
            </a:pPr>
            <a:endParaRPr lang="en-US" altLang="ja-JP"/>
          </a:p>
          <a:p>
            <a:pPr marL="0" indent="0">
              <a:buNone/>
            </a:pPr>
            <a:endParaRPr lang="en-US" altLang="ja-JP" dirty="0"/>
          </a:p>
        </p:txBody>
      </p:sp>
    </p:spTree>
    <p:extLst>
      <p:ext uri="{BB962C8B-B14F-4D97-AF65-F5344CB8AC3E}">
        <p14:creationId xmlns:p14="http://schemas.microsoft.com/office/powerpoint/2010/main" val="370539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069C-FBCD-F8F0-FF1E-175B46AA7D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887B75-4069-6417-178A-B85AA80A348B}"/>
              </a:ext>
            </a:extLst>
          </p:cNvPr>
          <p:cNvSpPr>
            <a:spLocks noGrp="1"/>
          </p:cNvSpPr>
          <p:nvPr>
            <p:ph type="title"/>
          </p:nvPr>
        </p:nvSpPr>
        <p:spPr/>
        <p:txBody>
          <a:bodyPr/>
          <a:lstStyle/>
          <a:p>
            <a:r>
              <a:rPr kumimoji="1" lang="ja-JP" altLang="en-US"/>
              <a:t>教材</a:t>
            </a:r>
            <a:endParaRPr kumimoji="1" lang="ja-JP" altLang="en-US" dirty="0"/>
          </a:p>
        </p:txBody>
      </p:sp>
      <p:sp>
        <p:nvSpPr>
          <p:cNvPr id="4" name="正方形/長方形 3">
            <a:extLst>
              <a:ext uri="{FF2B5EF4-FFF2-40B4-BE49-F238E27FC236}">
                <a16:creationId xmlns:a16="http://schemas.microsoft.com/office/drawing/2014/main" id="{7129D9B7-788E-9E05-05ED-4902B45CBAAC}"/>
              </a:ext>
            </a:extLst>
          </p:cNvPr>
          <p:cNvSpPr/>
          <p:nvPr/>
        </p:nvSpPr>
        <p:spPr>
          <a:xfrm>
            <a:off x="0" y="1322363"/>
            <a:ext cx="12192000" cy="14067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コンテンツ プレースホルダー 4">
            <a:extLst>
              <a:ext uri="{FF2B5EF4-FFF2-40B4-BE49-F238E27FC236}">
                <a16:creationId xmlns:a16="http://schemas.microsoft.com/office/drawing/2014/main" id="{F22963C9-47A3-DF78-9694-7254302EACC7}"/>
              </a:ext>
            </a:extLst>
          </p:cNvPr>
          <p:cNvSpPr>
            <a:spLocks noGrp="1"/>
          </p:cNvSpPr>
          <p:nvPr>
            <p:ph idx="1"/>
          </p:nvPr>
        </p:nvSpPr>
        <p:spPr>
          <a:xfrm>
            <a:off x="254833" y="1825624"/>
            <a:ext cx="11347554" cy="4755057"/>
          </a:xfrm>
        </p:spPr>
        <p:txBody>
          <a:bodyPr>
            <a:normAutofit/>
          </a:bodyPr>
          <a:lstStyle/>
          <a:p>
            <a:pPr marL="0" indent="0">
              <a:buNone/>
            </a:pPr>
            <a:endParaRPr lang="en-US" altLang="ja-JP" sz="5400"/>
          </a:p>
          <a:p>
            <a:pPr marL="0" indent="0">
              <a:buNone/>
            </a:pPr>
            <a:endParaRPr lang="en-US" altLang="ja-JP"/>
          </a:p>
          <a:p>
            <a:pPr marL="0" indent="0">
              <a:buNone/>
            </a:pPr>
            <a:endParaRPr lang="en-US" altLang="ja-JP" dirty="0"/>
          </a:p>
        </p:txBody>
      </p:sp>
      <p:pic>
        <p:nvPicPr>
          <p:cNvPr id="3" name="図 2">
            <a:extLst>
              <a:ext uri="{FF2B5EF4-FFF2-40B4-BE49-F238E27FC236}">
                <a16:creationId xmlns:a16="http://schemas.microsoft.com/office/drawing/2014/main" id="{35BCD0E0-1ADD-32FF-B68B-F1B59FACEDA7}"/>
              </a:ext>
            </a:extLst>
          </p:cNvPr>
          <p:cNvPicPr>
            <a:picLocks noChangeAspect="1"/>
          </p:cNvPicPr>
          <p:nvPr/>
        </p:nvPicPr>
        <p:blipFill>
          <a:blip r:embed="rId2"/>
          <a:stretch>
            <a:fillRect/>
          </a:stretch>
        </p:blipFill>
        <p:spPr>
          <a:xfrm>
            <a:off x="224852" y="1602656"/>
            <a:ext cx="3354571" cy="4828282"/>
          </a:xfrm>
          <a:prstGeom prst="rect">
            <a:avLst/>
          </a:prstGeom>
        </p:spPr>
      </p:pic>
      <p:pic>
        <p:nvPicPr>
          <p:cNvPr id="7" name="図 6">
            <a:extLst>
              <a:ext uri="{FF2B5EF4-FFF2-40B4-BE49-F238E27FC236}">
                <a16:creationId xmlns:a16="http://schemas.microsoft.com/office/drawing/2014/main" id="{4769DD19-9E3D-14EC-4146-A77889DEE49A}"/>
              </a:ext>
            </a:extLst>
          </p:cNvPr>
          <p:cNvPicPr>
            <a:picLocks noChangeAspect="1"/>
          </p:cNvPicPr>
          <p:nvPr/>
        </p:nvPicPr>
        <p:blipFill>
          <a:blip r:embed="rId3"/>
          <a:stretch>
            <a:fillRect/>
          </a:stretch>
        </p:blipFill>
        <p:spPr>
          <a:xfrm>
            <a:off x="3752650" y="1684980"/>
            <a:ext cx="2497464" cy="3021931"/>
          </a:xfrm>
          <a:prstGeom prst="rect">
            <a:avLst/>
          </a:prstGeom>
        </p:spPr>
      </p:pic>
      <p:pic>
        <p:nvPicPr>
          <p:cNvPr id="9" name="図 8">
            <a:extLst>
              <a:ext uri="{FF2B5EF4-FFF2-40B4-BE49-F238E27FC236}">
                <a16:creationId xmlns:a16="http://schemas.microsoft.com/office/drawing/2014/main" id="{7331CEAC-295C-8062-2678-A332D439A978}"/>
              </a:ext>
            </a:extLst>
          </p:cNvPr>
          <p:cNvPicPr>
            <a:picLocks noChangeAspect="1"/>
          </p:cNvPicPr>
          <p:nvPr/>
        </p:nvPicPr>
        <p:blipFill>
          <a:blip r:embed="rId4"/>
          <a:stretch>
            <a:fillRect/>
          </a:stretch>
        </p:blipFill>
        <p:spPr>
          <a:xfrm>
            <a:off x="9206968" y="1565060"/>
            <a:ext cx="2772162" cy="3458058"/>
          </a:xfrm>
          <a:prstGeom prst="rect">
            <a:avLst/>
          </a:prstGeom>
        </p:spPr>
      </p:pic>
      <p:pic>
        <p:nvPicPr>
          <p:cNvPr id="11" name="図 10">
            <a:extLst>
              <a:ext uri="{FF2B5EF4-FFF2-40B4-BE49-F238E27FC236}">
                <a16:creationId xmlns:a16="http://schemas.microsoft.com/office/drawing/2014/main" id="{8B5BACC2-EC5A-E9F1-FBAA-25AC054C70EB}"/>
              </a:ext>
            </a:extLst>
          </p:cNvPr>
          <p:cNvPicPr>
            <a:picLocks noChangeAspect="1"/>
          </p:cNvPicPr>
          <p:nvPr/>
        </p:nvPicPr>
        <p:blipFill>
          <a:blip r:embed="rId5"/>
          <a:stretch>
            <a:fillRect/>
          </a:stretch>
        </p:blipFill>
        <p:spPr>
          <a:xfrm>
            <a:off x="6319890" y="1695066"/>
            <a:ext cx="2610214" cy="3258005"/>
          </a:xfrm>
          <a:prstGeom prst="rect">
            <a:avLst/>
          </a:prstGeom>
        </p:spPr>
      </p:pic>
      <p:pic>
        <p:nvPicPr>
          <p:cNvPr id="13" name="図 12">
            <a:extLst>
              <a:ext uri="{FF2B5EF4-FFF2-40B4-BE49-F238E27FC236}">
                <a16:creationId xmlns:a16="http://schemas.microsoft.com/office/drawing/2014/main" id="{6E922EBF-2A7E-A768-C899-D3C8EFAC659D}"/>
              </a:ext>
            </a:extLst>
          </p:cNvPr>
          <p:cNvPicPr>
            <a:picLocks noChangeAspect="1"/>
          </p:cNvPicPr>
          <p:nvPr/>
        </p:nvPicPr>
        <p:blipFill>
          <a:blip r:embed="rId6"/>
          <a:stretch>
            <a:fillRect/>
          </a:stretch>
        </p:blipFill>
        <p:spPr>
          <a:xfrm>
            <a:off x="4987867" y="3609522"/>
            <a:ext cx="2695951" cy="3248478"/>
          </a:xfrm>
          <a:prstGeom prst="rect">
            <a:avLst/>
          </a:prstGeom>
        </p:spPr>
      </p:pic>
    </p:spTree>
    <p:extLst>
      <p:ext uri="{BB962C8B-B14F-4D97-AF65-F5344CB8AC3E}">
        <p14:creationId xmlns:p14="http://schemas.microsoft.com/office/powerpoint/2010/main" val="3368922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E5490F-1CC3-A1BB-C5A9-2FDCA6141CE3}"/>
              </a:ext>
            </a:extLst>
          </p:cNvPr>
          <p:cNvSpPr>
            <a:spLocks noGrp="1"/>
          </p:cNvSpPr>
          <p:nvPr>
            <p:ph type="title"/>
          </p:nvPr>
        </p:nvSpPr>
        <p:spPr/>
        <p:txBody>
          <a:bodyPr/>
          <a:lstStyle/>
          <a:p>
            <a:r>
              <a:rPr kumimoji="1" lang="ja-JP" altLang="en-US" dirty="0"/>
              <a:t>アンケート</a:t>
            </a:r>
          </a:p>
        </p:txBody>
      </p:sp>
      <p:pic>
        <p:nvPicPr>
          <p:cNvPr id="9" name="コンテンツ プレースホルダー 8" descr="QR コード">
            <a:extLst>
              <a:ext uri="{FF2B5EF4-FFF2-40B4-BE49-F238E27FC236}">
                <a16:creationId xmlns:a16="http://schemas.microsoft.com/office/drawing/2014/main" id="{670CEB2F-D8DE-639F-4292-BABDD6D88A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2875" y="1858169"/>
            <a:ext cx="4286250" cy="4286250"/>
          </a:xfrm>
        </p:spPr>
      </p:pic>
    </p:spTree>
    <p:extLst>
      <p:ext uri="{BB962C8B-B14F-4D97-AF65-F5344CB8AC3E}">
        <p14:creationId xmlns:p14="http://schemas.microsoft.com/office/powerpoint/2010/main" val="408237733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1260</TotalTime>
  <Words>1681</Words>
  <Application>Microsoft Office PowerPoint</Application>
  <PresentationFormat>ワイド画面</PresentationFormat>
  <Paragraphs>236</Paragraphs>
  <Slides>31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31</vt:i4>
      </vt:variant>
    </vt:vector>
  </HeadingPairs>
  <TitlesOfParts>
    <vt:vector size="36" baseType="lpstr">
      <vt:lpstr>Google Sans</vt:lpstr>
      <vt:lpstr>メイリオ</vt:lpstr>
      <vt:lpstr>游ゴシック</vt:lpstr>
      <vt:lpstr>Arial</vt:lpstr>
      <vt:lpstr>Office テーマ</vt:lpstr>
      <vt:lpstr>救急活動の心得　外因編</vt:lpstr>
      <vt:lpstr>    注意： この講義だけで、現場活動ができるようになるわけではありません。</vt:lpstr>
      <vt:lpstr>PowerPoint プレゼンテーション</vt:lpstr>
      <vt:lpstr>外傷を学ぶこと</vt:lpstr>
      <vt:lpstr>外傷の疫学1)</vt:lpstr>
      <vt:lpstr>外傷の疫学</vt:lpstr>
      <vt:lpstr>外傷傷病者の死亡時期と死亡原因</vt:lpstr>
      <vt:lpstr>外傷傷病者の死亡時期と死亡原因</vt:lpstr>
      <vt:lpstr>JPTEC</vt:lpstr>
      <vt:lpstr>ロード＆ゴーとは</vt:lpstr>
      <vt:lpstr>状況評価</vt:lpstr>
      <vt:lpstr>状況評価（高リスク受傷機転）</vt:lpstr>
      <vt:lpstr>初期評価（生理学的評価）</vt:lpstr>
      <vt:lpstr>気道の評価</vt:lpstr>
      <vt:lpstr>呼吸の評価</vt:lpstr>
      <vt:lpstr>循環の評価</vt:lpstr>
      <vt:lpstr>意識の評価</vt:lpstr>
      <vt:lpstr>意識の評価</vt:lpstr>
      <vt:lpstr>ショックの分類と外傷のショック</vt:lpstr>
      <vt:lpstr>観察と同時に行なうべき処置 </vt:lpstr>
      <vt:lpstr>全身観察（解剖学的評価）</vt:lpstr>
      <vt:lpstr>詳細観察</vt:lpstr>
      <vt:lpstr>詳細観察の項目</vt:lpstr>
      <vt:lpstr>継続観察</vt:lpstr>
      <vt:lpstr>脊椎運動制限（SMR）の適応</vt:lpstr>
      <vt:lpstr>車内活動</vt:lpstr>
      <vt:lpstr>車内活動</vt:lpstr>
      <vt:lpstr>情報聴取の項目</vt:lpstr>
      <vt:lpstr>外傷を学ぶコース</vt:lpstr>
      <vt:lpstr>教材</vt:lpstr>
      <vt:lpstr>アンケート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救急活動の心得　外傷編</dc:title>
  <dc:creator>中村　哲久</dc:creator>
  <cp:lastModifiedBy>哲久 中村</cp:lastModifiedBy>
  <cp:revision>1</cp:revision>
  <dcterms:created xsi:type="dcterms:W3CDTF">2024-03-09T11:19:34Z</dcterms:created>
  <dcterms:modified xsi:type="dcterms:W3CDTF">2024-04-25T03:44:23Z</dcterms:modified>
</cp:coreProperties>
</file>