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75" r:id="rId18"/>
    <p:sldId id="277" r:id="rId19"/>
    <p:sldId id="284" r:id="rId20"/>
    <p:sldId id="278" r:id="rId21"/>
    <p:sldId id="279" r:id="rId22"/>
    <p:sldId id="280" r:id="rId23"/>
    <p:sldId id="281" r:id="rId24"/>
    <p:sldId id="282" r:id="rId25"/>
    <p:sldId id="283" r:id="rId26"/>
    <p:sldId id="269" r:id="rId27"/>
    <p:sldId id="285" r:id="rId28"/>
    <p:sldId id="288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久 中村" userId="959916a84418345a" providerId="LiveId" clId="{DD6EA3E0-ECDF-424E-8FF7-3EA7CDFD186F}"/>
    <pc:docChg chg="undo custSel addSld modSld">
      <pc:chgData name="哲久 中村" userId="959916a84418345a" providerId="LiveId" clId="{DD6EA3E0-ECDF-424E-8FF7-3EA7CDFD186F}" dt="2024-04-10T20:42:47" v="387" actId="26606"/>
      <pc:docMkLst>
        <pc:docMk/>
      </pc:docMkLst>
      <pc:sldChg chg="modSp mod chgLayout">
        <pc:chgData name="哲久 中村" userId="959916a84418345a" providerId="LiveId" clId="{DD6EA3E0-ECDF-424E-8FF7-3EA7CDFD186F}" dt="2024-04-10T19:06:21.522" v="1" actId="700"/>
        <pc:sldMkLst>
          <pc:docMk/>
          <pc:sldMk cId="3280387814" sldId="256"/>
        </pc:sldMkLst>
      </pc:sldChg>
      <pc:sldChg chg="modSp">
        <pc:chgData name="哲久 中村" userId="959916a84418345a" providerId="LiveId" clId="{DD6EA3E0-ECDF-424E-8FF7-3EA7CDFD186F}" dt="2024-04-10T19:25:53.222" v="320" actId="20577"/>
        <pc:sldMkLst>
          <pc:docMk/>
          <pc:sldMk cId="1967832784" sldId="258"/>
        </pc:sldMkLst>
      </pc:sldChg>
      <pc:sldChg chg="modSp">
        <pc:chgData name="哲久 中村" userId="959916a84418345a" providerId="LiveId" clId="{DD6EA3E0-ECDF-424E-8FF7-3EA7CDFD186F}" dt="2024-04-10T19:26:12.611" v="330" actId="20577"/>
        <pc:sldMkLst>
          <pc:docMk/>
          <pc:sldMk cId="1831564861" sldId="259"/>
        </pc:sldMkLst>
      </pc:sldChg>
      <pc:sldChg chg="addSp delSp modSp new mod">
        <pc:chgData name="哲久 中村" userId="959916a84418345a" providerId="LiveId" clId="{DD6EA3E0-ECDF-424E-8FF7-3EA7CDFD186F}" dt="2024-04-10T19:11:59.663" v="141" actId="20577"/>
        <pc:sldMkLst>
          <pc:docMk/>
          <pc:sldMk cId="1144789264" sldId="286"/>
        </pc:sldMkLst>
      </pc:sldChg>
      <pc:sldChg chg="addSp delSp modSp new mod setBg">
        <pc:chgData name="哲久 中村" userId="959916a84418345a" providerId="LiveId" clId="{DD6EA3E0-ECDF-424E-8FF7-3EA7CDFD186F}" dt="2024-04-10T19:19:56.608" v="307" actId="1076"/>
        <pc:sldMkLst>
          <pc:docMk/>
          <pc:sldMk cId="2537711816" sldId="287"/>
        </pc:sldMkLst>
      </pc:sldChg>
      <pc:sldChg chg="addSp modSp new mod setBg">
        <pc:chgData name="哲久 中村" userId="959916a84418345a" providerId="LiveId" clId="{DD6EA3E0-ECDF-424E-8FF7-3EA7CDFD186F}" dt="2024-04-10T20:42:47" v="387" actId="26606"/>
        <pc:sldMkLst>
          <pc:docMk/>
          <pc:sldMk cId="3267941094" sldId="288"/>
        </pc:sldMkLst>
      </pc:sldChg>
    </pc:docChg>
  </pc:docChgLst>
  <pc:docChgLst>
    <pc:chgData name="哲久 中村" userId="959916a84418345a" providerId="LiveId" clId="{A4FF82D6-F769-4490-8F27-92E581D9B815}"/>
    <pc:docChg chg="custSel addSld modSld">
      <pc:chgData name="哲久 中村" userId="959916a84418345a" providerId="LiveId" clId="{A4FF82D6-F769-4490-8F27-92E581D9B815}" dt="2024-01-27T22:23:40.715" v="2088"/>
      <pc:docMkLst>
        <pc:docMk/>
      </pc:docMkLst>
      <pc:sldChg chg="addSp modSp mod">
        <pc:chgData name="哲久 中村" userId="959916a84418345a" providerId="LiveId" clId="{A4FF82D6-F769-4490-8F27-92E581D9B815}" dt="2024-01-27T04:55:28.702" v="228" actId="20577"/>
        <pc:sldMkLst>
          <pc:docMk/>
          <pc:sldMk cId="1967832784" sldId="258"/>
        </pc:sldMkLst>
      </pc:sldChg>
      <pc:sldChg chg="addSp modSp mod">
        <pc:chgData name="哲久 中村" userId="959916a84418345a" providerId="LiveId" clId="{A4FF82D6-F769-4490-8F27-92E581D9B815}" dt="2024-01-27T04:55:41.709" v="242" actId="20577"/>
        <pc:sldMkLst>
          <pc:docMk/>
          <pc:sldMk cId="1831564861" sldId="259"/>
        </pc:sldMkLst>
      </pc:sldChg>
      <pc:sldChg chg="addSp modSp mod">
        <pc:chgData name="哲久 中村" userId="959916a84418345a" providerId="LiveId" clId="{A4FF82D6-F769-4490-8F27-92E581D9B815}" dt="2024-01-27T13:43:34.760" v="1775" actId="20577"/>
        <pc:sldMkLst>
          <pc:docMk/>
          <pc:sldMk cId="1879106229" sldId="260"/>
        </pc:sldMkLst>
      </pc:sldChg>
      <pc:sldChg chg="addSp modSp">
        <pc:chgData name="哲久 中村" userId="959916a84418345a" providerId="LiveId" clId="{A4FF82D6-F769-4490-8F27-92E581D9B815}" dt="2024-01-27T04:54:06.275" v="185"/>
        <pc:sldMkLst>
          <pc:docMk/>
          <pc:sldMk cId="3892339223" sldId="261"/>
        </pc:sldMkLst>
      </pc:sldChg>
      <pc:sldChg chg="addSp modSp">
        <pc:chgData name="哲久 中村" userId="959916a84418345a" providerId="LiveId" clId="{A4FF82D6-F769-4490-8F27-92E581D9B815}" dt="2024-01-27T04:54:11.348" v="186"/>
        <pc:sldMkLst>
          <pc:docMk/>
          <pc:sldMk cId="670150848" sldId="262"/>
        </pc:sldMkLst>
      </pc:sldChg>
      <pc:sldChg chg="addSp modSp">
        <pc:chgData name="哲久 中村" userId="959916a84418345a" providerId="LiveId" clId="{A4FF82D6-F769-4490-8F27-92E581D9B815}" dt="2024-01-27T04:54:15.656" v="187"/>
        <pc:sldMkLst>
          <pc:docMk/>
          <pc:sldMk cId="1101451089" sldId="263"/>
        </pc:sldMkLst>
      </pc:sldChg>
      <pc:sldChg chg="addSp modSp">
        <pc:chgData name="哲久 中村" userId="959916a84418345a" providerId="LiveId" clId="{A4FF82D6-F769-4490-8F27-92E581D9B815}" dt="2024-01-27T04:54:19.816" v="188"/>
        <pc:sldMkLst>
          <pc:docMk/>
          <pc:sldMk cId="3120357145" sldId="264"/>
        </pc:sldMkLst>
      </pc:sldChg>
      <pc:sldChg chg="addSp modSp">
        <pc:chgData name="哲久 中村" userId="959916a84418345a" providerId="LiveId" clId="{A4FF82D6-F769-4490-8F27-92E581D9B815}" dt="2024-01-27T04:54:26.515" v="189"/>
        <pc:sldMkLst>
          <pc:docMk/>
          <pc:sldMk cId="3258102969" sldId="265"/>
        </pc:sldMkLst>
      </pc:sldChg>
      <pc:sldChg chg="addSp modSp">
        <pc:chgData name="哲久 中村" userId="959916a84418345a" providerId="LiveId" clId="{A4FF82D6-F769-4490-8F27-92E581D9B815}" dt="2024-01-27T04:54:31.454" v="190"/>
        <pc:sldMkLst>
          <pc:docMk/>
          <pc:sldMk cId="3261917749" sldId="266"/>
        </pc:sldMkLst>
      </pc:sldChg>
      <pc:sldChg chg="addSp modSp mod">
        <pc:chgData name="哲久 中村" userId="959916a84418345a" providerId="LiveId" clId="{A4FF82D6-F769-4490-8F27-92E581D9B815}" dt="2024-01-27T08:40:04.853" v="339" actId="1076"/>
        <pc:sldMkLst>
          <pc:docMk/>
          <pc:sldMk cId="3193890832" sldId="267"/>
        </pc:sldMkLst>
      </pc:sldChg>
      <pc:sldChg chg="addSp modSp">
        <pc:chgData name="哲久 中村" userId="959916a84418345a" providerId="LiveId" clId="{A4FF82D6-F769-4490-8F27-92E581D9B815}" dt="2024-01-27T04:54:41.960" v="192"/>
        <pc:sldMkLst>
          <pc:docMk/>
          <pc:sldMk cId="2646206915" sldId="268"/>
        </pc:sldMkLst>
      </pc:sldChg>
      <pc:sldChg chg="addSp modSp new mod">
        <pc:chgData name="哲久 中村" userId="959916a84418345a" providerId="LiveId" clId="{A4FF82D6-F769-4490-8F27-92E581D9B815}" dt="2024-01-27T04:54:47.743" v="193"/>
        <pc:sldMkLst>
          <pc:docMk/>
          <pc:sldMk cId="813228693" sldId="269"/>
        </pc:sldMkLst>
      </pc:sldChg>
      <pc:sldChg chg="addSp modSp new mod">
        <pc:chgData name="哲久 中村" userId="959916a84418345a" providerId="LiveId" clId="{A4FF82D6-F769-4490-8F27-92E581D9B815}" dt="2024-01-27T22:23:40.715" v="2088"/>
        <pc:sldMkLst>
          <pc:docMk/>
          <pc:sldMk cId="808833534" sldId="270"/>
        </pc:sldMkLst>
      </pc:sldChg>
      <pc:sldChg chg="addSp modSp new mod">
        <pc:chgData name="哲久 中村" userId="959916a84418345a" providerId="LiveId" clId="{A4FF82D6-F769-4490-8F27-92E581D9B815}" dt="2024-01-27T22:23:36.229" v="2087"/>
        <pc:sldMkLst>
          <pc:docMk/>
          <pc:sldMk cId="2714171179" sldId="271"/>
        </pc:sldMkLst>
      </pc:sldChg>
      <pc:sldChg chg="addSp modSp new mod">
        <pc:chgData name="哲久 中村" userId="959916a84418345a" providerId="LiveId" clId="{A4FF82D6-F769-4490-8F27-92E581D9B815}" dt="2024-01-27T22:23:29.815" v="2086"/>
        <pc:sldMkLst>
          <pc:docMk/>
          <pc:sldMk cId="2480958946" sldId="272"/>
        </pc:sldMkLst>
      </pc:sldChg>
      <pc:sldChg chg="addSp modSp new mod">
        <pc:chgData name="哲久 中村" userId="959916a84418345a" providerId="LiveId" clId="{A4FF82D6-F769-4490-8F27-92E581D9B815}" dt="2024-01-27T22:23:25.742" v="2085"/>
        <pc:sldMkLst>
          <pc:docMk/>
          <pc:sldMk cId="1590548133" sldId="273"/>
        </pc:sldMkLst>
      </pc:sldChg>
      <pc:sldChg chg="addSp modSp new mod">
        <pc:chgData name="哲久 中村" userId="959916a84418345a" providerId="LiveId" clId="{A4FF82D6-F769-4490-8F27-92E581D9B815}" dt="2024-01-27T22:23:20.510" v="2084"/>
        <pc:sldMkLst>
          <pc:docMk/>
          <pc:sldMk cId="2241145745" sldId="274"/>
        </pc:sldMkLst>
      </pc:sldChg>
    </pc:docChg>
  </pc:docChgLst>
  <pc:docChgLst>
    <pc:chgData name="哲久 中村" userId="959916a84418345a" providerId="LiveId" clId="{C90BB398-2958-4DAE-B3F7-0A5CF3EAD323}"/>
    <pc:docChg chg="undo custSel addSld delSld modSld sldOrd">
      <pc:chgData name="哲久 中村" userId="959916a84418345a" providerId="LiveId" clId="{C90BB398-2958-4DAE-B3F7-0A5CF3EAD323}" dt="2024-03-13T06:46:33.827" v="6160" actId="1076"/>
      <pc:docMkLst>
        <pc:docMk/>
      </pc:docMkLst>
      <pc:sldChg chg="addSp modSp mod">
        <pc:chgData name="哲久 中村" userId="959916a84418345a" providerId="LiveId" clId="{C90BB398-2958-4DAE-B3F7-0A5CF3EAD323}" dt="2024-03-05T09:00:12.118" v="1932" actId="20577"/>
        <pc:sldMkLst>
          <pc:docMk/>
          <pc:sldMk cId="2524312199" sldId="257"/>
        </pc:sldMkLst>
      </pc:sldChg>
      <pc:sldChg chg="addSp delSp modSp mod">
        <pc:chgData name="哲久 中村" userId="959916a84418345a" providerId="LiveId" clId="{C90BB398-2958-4DAE-B3F7-0A5CF3EAD323}" dt="2024-03-05T11:59:53.834" v="2298" actId="1076"/>
        <pc:sldMkLst>
          <pc:docMk/>
          <pc:sldMk cId="1967832784" sldId="258"/>
        </pc:sldMkLst>
      </pc:sldChg>
      <pc:sldChg chg="addSp delSp modSp mod">
        <pc:chgData name="哲久 中村" userId="959916a84418345a" providerId="LiveId" clId="{C90BB398-2958-4DAE-B3F7-0A5CF3EAD323}" dt="2024-03-06T13:32:32.821" v="5160" actId="1076"/>
        <pc:sldMkLst>
          <pc:docMk/>
          <pc:sldMk cId="1831564861" sldId="259"/>
        </pc:sldMkLst>
      </pc:sldChg>
      <pc:sldChg chg="addSp modSp mod">
        <pc:chgData name="哲久 中村" userId="959916a84418345a" providerId="LiveId" clId="{C90BB398-2958-4DAE-B3F7-0A5CF3EAD323}" dt="2024-03-09T09:46:38.007" v="5947" actId="1076"/>
        <pc:sldMkLst>
          <pc:docMk/>
          <pc:sldMk cId="1879106229" sldId="260"/>
        </pc:sldMkLst>
      </pc:sldChg>
      <pc:sldChg chg="addSp delSp modSp mod">
        <pc:chgData name="哲久 中村" userId="959916a84418345a" providerId="LiveId" clId="{C90BB398-2958-4DAE-B3F7-0A5CF3EAD323}" dt="2024-03-09T10:16:57.689" v="5971" actId="167"/>
        <pc:sldMkLst>
          <pc:docMk/>
          <pc:sldMk cId="3892339223" sldId="261"/>
        </pc:sldMkLst>
      </pc:sldChg>
      <pc:sldChg chg="modSp mod">
        <pc:chgData name="哲久 中村" userId="959916a84418345a" providerId="LiveId" clId="{C90BB398-2958-4DAE-B3F7-0A5CF3EAD323}" dt="2024-03-09T10:17:29.503" v="5975" actId="20577"/>
        <pc:sldMkLst>
          <pc:docMk/>
          <pc:sldMk cId="670150848" sldId="262"/>
        </pc:sldMkLst>
      </pc:sldChg>
      <pc:sldChg chg="modSp mod">
        <pc:chgData name="哲久 中村" userId="959916a84418345a" providerId="LiveId" clId="{C90BB398-2958-4DAE-B3F7-0A5CF3EAD323}" dt="2024-03-03T14:34:16.849" v="1274" actId="20577"/>
        <pc:sldMkLst>
          <pc:docMk/>
          <pc:sldMk cId="1101451089" sldId="263"/>
        </pc:sldMkLst>
      </pc:sldChg>
      <pc:sldChg chg="addSp modSp mod modAnim">
        <pc:chgData name="哲久 中村" userId="959916a84418345a" providerId="LiveId" clId="{C90BB398-2958-4DAE-B3F7-0A5CF3EAD323}" dt="2024-03-04T13:47:23.128" v="1394" actId="20577"/>
        <pc:sldMkLst>
          <pc:docMk/>
          <pc:sldMk cId="3120357145" sldId="264"/>
        </pc:sldMkLst>
      </pc:sldChg>
      <pc:sldChg chg="modSp mod">
        <pc:chgData name="哲久 中村" userId="959916a84418345a" providerId="LiveId" clId="{C90BB398-2958-4DAE-B3F7-0A5CF3EAD323}" dt="2024-03-05T11:52:06.861" v="2271" actId="20577"/>
        <pc:sldMkLst>
          <pc:docMk/>
          <pc:sldMk cId="3258102969" sldId="265"/>
        </pc:sldMkLst>
      </pc:sldChg>
      <pc:sldChg chg="modSp mod">
        <pc:chgData name="哲久 中村" userId="959916a84418345a" providerId="LiveId" clId="{C90BB398-2958-4DAE-B3F7-0A5CF3EAD323}" dt="2024-03-05T11:52:25.183" v="2272" actId="207"/>
        <pc:sldMkLst>
          <pc:docMk/>
          <pc:sldMk cId="3261917749" sldId="266"/>
        </pc:sldMkLst>
      </pc:sldChg>
      <pc:sldChg chg="modSp mod">
        <pc:chgData name="哲久 中村" userId="959916a84418345a" providerId="LiveId" clId="{C90BB398-2958-4DAE-B3F7-0A5CF3EAD323}" dt="2024-03-06T13:35:00.304" v="5222" actId="14100"/>
        <pc:sldMkLst>
          <pc:docMk/>
          <pc:sldMk cId="3193890832" sldId="267"/>
        </pc:sldMkLst>
      </pc:sldChg>
      <pc:sldChg chg="modSp mod">
        <pc:chgData name="哲久 中村" userId="959916a84418345a" providerId="LiveId" clId="{C90BB398-2958-4DAE-B3F7-0A5CF3EAD323}" dt="2024-03-05T12:47:51.390" v="2301" actId="20577"/>
        <pc:sldMkLst>
          <pc:docMk/>
          <pc:sldMk cId="2646206915" sldId="268"/>
        </pc:sldMkLst>
      </pc:sldChg>
      <pc:sldChg chg="modSp mod">
        <pc:chgData name="哲久 中村" userId="959916a84418345a" providerId="LiveId" clId="{C90BB398-2958-4DAE-B3F7-0A5CF3EAD323}" dt="2024-03-04T13:45:31.757" v="1372" actId="403"/>
        <pc:sldMkLst>
          <pc:docMk/>
          <pc:sldMk cId="813228693" sldId="269"/>
        </pc:sldMkLst>
      </pc:sldChg>
      <pc:sldChg chg="del">
        <pc:chgData name="哲久 中村" userId="959916a84418345a" providerId="LiveId" clId="{C90BB398-2958-4DAE-B3F7-0A5CF3EAD323}" dt="2024-03-03T14:24:46.706" v="1228" actId="2696"/>
        <pc:sldMkLst>
          <pc:docMk/>
          <pc:sldMk cId="808833534" sldId="270"/>
        </pc:sldMkLst>
      </pc:sldChg>
      <pc:sldChg chg="del">
        <pc:chgData name="哲久 中村" userId="959916a84418345a" providerId="LiveId" clId="{C90BB398-2958-4DAE-B3F7-0A5CF3EAD323}" dt="2024-03-03T14:24:50.898" v="1229" actId="2696"/>
        <pc:sldMkLst>
          <pc:docMk/>
          <pc:sldMk cId="2714171179" sldId="271"/>
        </pc:sldMkLst>
      </pc:sldChg>
      <pc:sldChg chg="del">
        <pc:chgData name="哲久 中村" userId="959916a84418345a" providerId="LiveId" clId="{C90BB398-2958-4DAE-B3F7-0A5CF3EAD323}" dt="2024-03-03T14:25:27.661" v="1232" actId="2696"/>
        <pc:sldMkLst>
          <pc:docMk/>
          <pc:sldMk cId="2480958946" sldId="272"/>
        </pc:sldMkLst>
      </pc:sldChg>
      <pc:sldChg chg="del">
        <pc:chgData name="哲久 中村" userId="959916a84418345a" providerId="LiveId" clId="{C90BB398-2958-4DAE-B3F7-0A5CF3EAD323}" dt="2024-03-03T14:25:10.960" v="1230" actId="2696"/>
        <pc:sldMkLst>
          <pc:docMk/>
          <pc:sldMk cId="1590548133" sldId="273"/>
        </pc:sldMkLst>
      </pc:sldChg>
      <pc:sldChg chg="del">
        <pc:chgData name="哲久 中村" userId="959916a84418345a" providerId="LiveId" clId="{C90BB398-2958-4DAE-B3F7-0A5CF3EAD323}" dt="2024-03-03T14:25:14.022" v="1231" actId="2696"/>
        <pc:sldMkLst>
          <pc:docMk/>
          <pc:sldMk cId="2241145745" sldId="274"/>
        </pc:sldMkLst>
      </pc:sldChg>
      <pc:sldChg chg="addSp modSp add mod ord modAnim">
        <pc:chgData name="哲久 中村" userId="959916a84418345a" providerId="LiveId" clId="{C90BB398-2958-4DAE-B3F7-0A5CF3EAD323}" dt="2024-03-03T14:32:32.710" v="1237"/>
        <pc:sldMkLst>
          <pc:docMk/>
          <pc:sldMk cId="3793570453" sldId="275"/>
        </pc:sldMkLst>
      </pc:sldChg>
      <pc:sldChg chg="addSp modSp add mod modAnim">
        <pc:chgData name="哲久 中村" userId="959916a84418345a" providerId="LiveId" clId="{C90BB398-2958-4DAE-B3F7-0A5CF3EAD323}" dt="2024-03-01T22:50:32.905" v="744" actId="1076"/>
        <pc:sldMkLst>
          <pc:docMk/>
          <pc:sldMk cId="2953388645" sldId="276"/>
        </pc:sldMkLst>
      </pc:sldChg>
      <pc:sldChg chg="addSp delSp modSp add mod ord delAnim modAnim">
        <pc:chgData name="哲久 中村" userId="959916a84418345a" providerId="LiveId" clId="{C90BB398-2958-4DAE-B3F7-0A5CF3EAD323}" dt="2024-03-05T13:03:17.956" v="2564" actId="20577"/>
        <pc:sldMkLst>
          <pc:docMk/>
          <pc:sldMk cId="2718455182" sldId="277"/>
        </pc:sldMkLst>
      </pc:sldChg>
      <pc:sldChg chg="addSp delSp modSp add mod delAnim">
        <pc:chgData name="哲久 中村" userId="959916a84418345a" providerId="LiveId" clId="{C90BB398-2958-4DAE-B3F7-0A5CF3EAD323}" dt="2024-03-06T13:36:51.150" v="5247" actId="20577"/>
        <pc:sldMkLst>
          <pc:docMk/>
          <pc:sldMk cId="3449725570" sldId="278"/>
        </pc:sldMkLst>
      </pc:sldChg>
      <pc:sldChg chg="new del">
        <pc:chgData name="哲久 中村" userId="959916a84418345a" providerId="LiveId" clId="{C90BB398-2958-4DAE-B3F7-0A5CF3EAD323}" dt="2024-03-05T12:59:05.856" v="2303" actId="680"/>
        <pc:sldMkLst>
          <pc:docMk/>
          <pc:sldMk cId="3911582074" sldId="278"/>
        </pc:sldMkLst>
      </pc:sldChg>
      <pc:sldChg chg="addSp modSp add mod">
        <pc:chgData name="哲久 中村" userId="959916a84418345a" providerId="LiveId" clId="{C90BB398-2958-4DAE-B3F7-0A5CF3EAD323}" dt="2024-03-05T14:51:44.014" v="5156" actId="1076"/>
        <pc:sldMkLst>
          <pc:docMk/>
          <pc:sldMk cId="2488563104" sldId="279"/>
        </pc:sldMkLst>
      </pc:sldChg>
      <pc:sldChg chg="addSp modSp add mod">
        <pc:chgData name="哲久 中村" userId="959916a84418345a" providerId="LiveId" clId="{C90BB398-2958-4DAE-B3F7-0A5CF3EAD323}" dt="2024-03-05T14:45:30.454" v="5141" actId="1076"/>
        <pc:sldMkLst>
          <pc:docMk/>
          <pc:sldMk cId="1812096362" sldId="280"/>
        </pc:sldMkLst>
      </pc:sldChg>
      <pc:sldChg chg="addSp modSp add mod">
        <pc:chgData name="哲久 中村" userId="959916a84418345a" providerId="LiveId" clId="{C90BB398-2958-4DAE-B3F7-0A5CF3EAD323}" dt="2024-03-09T09:46:01.208" v="5945" actId="27636"/>
        <pc:sldMkLst>
          <pc:docMk/>
          <pc:sldMk cId="3246351928" sldId="281"/>
        </pc:sldMkLst>
      </pc:sldChg>
      <pc:sldChg chg="delSp modSp add mod">
        <pc:chgData name="哲久 中村" userId="959916a84418345a" providerId="LiveId" clId="{C90BB398-2958-4DAE-B3F7-0A5CF3EAD323}" dt="2024-03-07T10:46:07.916" v="5894" actId="20577"/>
        <pc:sldMkLst>
          <pc:docMk/>
          <pc:sldMk cId="1212104673" sldId="282"/>
        </pc:sldMkLst>
      </pc:sldChg>
      <pc:sldChg chg="modSp add mod">
        <pc:chgData name="哲久 中村" userId="959916a84418345a" providerId="LiveId" clId="{C90BB398-2958-4DAE-B3F7-0A5CF3EAD323}" dt="2024-03-07T10:46:49.409" v="5937" actId="20577"/>
        <pc:sldMkLst>
          <pc:docMk/>
          <pc:sldMk cId="183417680" sldId="283"/>
        </pc:sldMkLst>
      </pc:sldChg>
      <pc:sldChg chg="addSp delSp modSp add mod delAnim modAnim">
        <pc:chgData name="哲久 中村" userId="959916a84418345a" providerId="LiveId" clId="{C90BB398-2958-4DAE-B3F7-0A5CF3EAD323}" dt="2024-03-09T10:51:18.603" v="6077"/>
        <pc:sldMkLst>
          <pc:docMk/>
          <pc:sldMk cId="1803830046" sldId="284"/>
        </pc:sldMkLst>
      </pc:sldChg>
      <pc:sldChg chg="addSp delSp modSp add mod">
        <pc:chgData name="哲久 中村" userId="959916a84418345a" providerId="LiveId" clId="{C90BB398-2958-4DAE-B3F7-0A5CF3EAD323}" dt="2024-03-13T06:46:33.827" v="6160" actId="1076"/>
        <pc:sldMkLst>
          <pc:docMk/>
          <pc:sldMk cId="2116677829" sldId="285"/>
        </pc:sldMkLst>
      </pc:sldChg>
    </pc:docChg>
  </pc:docChgLst>
  <pc:docChgLst>
    <pc:chgData name="哲久 中村" userId="959916a84418345a" providerId="LiveId" clId="{B129F2F5-DCF1-404E-A7C7-72D23DF52FBC}"/>
    <pc:docChg chg="modSld">
      <pc:chgData name="哲久 中村" userId="959916a84418345a" providerId="LiveId" clId="{B129F2F5-DCF1-404E-A7C7-72D23DF52FBC}" dt="2025-07-03T04:21:45.239" v="2" actId="1076"/>
      <pc:docMkLst>
        <pc:docMk/>
      </pc:docMkLst>
      <pc:sldChg chg="modSp mod">
        <pc:chgData name="哲久 中村" userId="959916a84418345a" providerId="LiveId" clId="{B129F2F5-DCF1-404E-A7C7-72D23DF52FBC}" dt="2025-07-03T04:21:45.239" v="2" actId="1076"/>
        <pc:sldMkLst>
          <pc:docMk/>
          <pc:sldMk cId="2953388645" sldId="276"/>
        </pc:sldMkLst>
        <pc:spChg chg="mod">
          <ac:chgData name="哲久 中村" userId="959916a84418345a" providerId="LiveId" clId="{B129F2F5-DCF1-404E-A7C7-72D23DF52FBC}" dt="2025-07-03T04:21:45.239" v="2" actId="1076"/>
          <ac:spMkLst>
            <pc:docMk/>
            <pc:sldMk cId="2953388645" sldId="276"/>
            <ac:spMk id="5" creationId="{7FBF9970-BB37-BC8F-8181-13524837662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74D80C-97F1-4658-95EE-2D711B1BE110}" type="doc">
      <dgm:prSet loTypeId="urn:microsoft.com/office/officeart/2005/8/layout/cycle3" loCatId="cycle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kumimoji="1" lang="ja-JP" altLang="en-US"/>
        </a:p>
      </dgm:t>
    </dgm:pt>
    <dgm:pt modelId="{A039B67C-A235-42B6-94CD-3710A9615C38}">
      <dgm:prSet phldrT="[テキスト]"/>
      <dgm:spPr/>
      <dgm:t>
        <a:bodyPr/>
        <a:lstStyle/>
        <a:p>
          <a:r>
            <a:rPr kumimoji="1" lang="ja-JP" altLang="en-US" dirty="0"/>
            <a:t>講義（座学）</a:t>
          </a:r>
        </a:p>
      </dgm:t>
    </dgm:pt>
    <dgm:pt modelId="{7CE6926B-7351-4CE0-BE86-098B7A8C42F0}" type="parTrans" cxnId="{72EFA81B-0D82-4812-B4C2-18A19FE2CC12}">
      <dgm:prSet/>
      <dgm:spPr/>
      <dgm:t>
        <a:bodyPr/>
        <a:lstStyle/>
        <a:p>
          <a:endParaRPr kumimoji="1" lang="ja-JP" altLang="en-US"/>
        </a:p>
      </dgm:t>
    </dgm:pt>
    <dgm:pt modelId="{579E8D9F-586C-4894-8403-A3A74ED3E535}" type="sibTrans" cxnId="{72EFA81B-0D82-4812-B4C2-18A19FE2CC12}">
      <dgm:prSet/>
      <dgm:spPr/>
      <dgm:t>
        <a:bodyPr/>
        <a:lstStyle/>
        <a:p>
          <a:endParaRPr kumimoji="1" lang="ja-JP" altLang="en-US"/>
        </a:p>
      </dgm:t>
    </dgm:pt>
    <dgm:pt modelId="{516C348D-C1EB-42BA-97CC-EBEDB1780352}">
      <dgm:prSet phldrT="[テキスト]"/>
      <dgm:spPr/>
      <dgm:t>
        <a:bodyPr/>
        <a:lstStyle/>
        <a:p>
          <a:r>
            <a:rPr kumimoji="1" lang="ja-JP" altLang="en-US" dirty="0"/>
            <a:t>実技訓練</a:t>
          </a:r>
        </a:p>
      </dgm:t>
    </dgm:pt>
    <dgm:pt modelId="{88F0F13B-96B7-4837-A234-32A5AB8FD40F}" type="parTrans" cxnId="{546CFCBA-F83A-4E8B-B6AD-F5EA228A2508}">
      <dgm:prSet/>
      <dgm:spPr/>
      <dgm:t>
        <a:bodyPr/>
        <a:lstStyle/>
        <a:p>
          <a:endParaRPr kumimoji="1" lang="ja-JP" altLang="en-US"/>
        </a:p>
      </dgm:t>
    </dgm:pt>
    <dgm:pt modelId="{B2C45500-A115-405A-A72F-5E5BE19DCEF4}" type="sibTrans" cxnId="{546CFCBA-F83A-4E8B-B6AD-F5EA228A2508}">
      <dgm:prSet/>
      <dgm:spPr/>
      <dgm:t>
        <a:bodyPr/>
        <a:lstStyle/>
        <a:p>
          <a:endParaRPr kumimoji="1" lang="ja-JP" altLang="en-US"/>
        </a:p>
      </dgm:t>
    </dgm:pt>
    <dgm:pt modelId="{93B5629D-7188-4BCE-8619-F06B21A46E56}">
      <dgm:prSet phldrT="[テキスト]"/>
      <dgm:spPr/>
      <dgm:t>
        <a:bodyPr/>
        <a:lstStyle/>
        <a:p>
          <a:r>
            <a:rPr kumimoji="1" lang="ja-JP" altLang="en-US" dirty="0"/>
            <a:t>現場活動</a:t>
          </a:r>
        </a:p>
      </dgm:t>
    </dgm:pt>
    <dgm:pt modelId="{CF6C3B7B-A8CF-46A2-9151-548458EB766A}" type="parTrans" cxnId="{BEA04882-8310-46B4-8CAB-1ACC51A582E5}">
      <dgm:prSet/>
      <dgm:spPr/>
      <dgm:t>
        <a:bodyPr/>
        <a:lstStyle/>
        <a:p>
          <a:endParaRPr kumimoji="1" lang="ja-JP" altLang="en-US"/>
        </a:p>
      </dgm:t>
    </dgm:pt>
    <dgm:pt modelId="{4E3558D4-442E-4605-8B9C-1BA49953DCCE}" type="sibTrans" cxnId="{BEA04882-8310-46B4-8CAB-1ACC51A582E5}">
      <dgm:prSet/>
      <dgm:spPr/>
      <dgm:t>
        <a:bodyPr/>
        <a:lstStyle/>
        <a:p>
          <a:endParaRPr kumimoji="1" lang="ja-JP" altLang="en-US"/>
        </a:p>
      </dgm:t>
    </dgm:pt>
    <dgm:pt modelId="{DFD44316-CFC0-418B-BCCD-756113BFA486}">
      <dgm:prSet phldrT="[テキスト]"/>
      <dgm:spPr/>
      <dgm:t>
        <a:bodyPr/>
        <a:lstStyle/>
        <a:p>
          <a:r>
            <a:rPr kumimoji="1" lang="ja-JP" altLang="en-US" dirty="0"/>
            <a:t>振り返り</a:t>
          </a:r>
        </a:p>
      </dgm:t>
    </dgm:pt>
    <dgm:pt modelId="{8E6A41E6-2545-4ABA-B3E0-7ED33976E22C}" type="parTrans" cxnId="{3A90F776-0705-41A5-8E9F-A70E02E03CF3}">
      <dgm:prSet/>
      <dgm:spPr/>
      <dgm:t>
        <a:bodyPr/>
        <a:lstStyle/>
        <a:p>
          <a:endParaRPr kumimoji="1" lang="ja-JP" altLang="en-US"/>
        </a:p>
      </dgm:t>
    </dgm:pt>
    <dgm:pt modelId="{111126FD-55E3-4C68-A8BA-080D3A61AC71}" type="sibTrans" cxnId="{3A90F776-0705-41A5-8E9F-A70E02E03CF3}">
      <dgm:prSet/>
      <dgm:spPr/>
      <dgm:t>
        <a:bodyPr/>
        <a:lstStyle/>
        <a:p>
          <a:endParaRPr kumimoji="1" lang="ja-JP" altLang="en-US"/>
        </a:p>
      </dgm:t>
    </dgm:pt>
    <dgm:pt modelId="{1721FC6D-AC8B-4FF2-9B21-08574B54D2E9}" type="pres">
      <dgm:prSet presAssocID="{9C74D80C-97F1-4658-95EE-2D711B1BE110}" presName="Name0" presStyleCnt="0">
        <dgm:presLayoutVars>
          <dgm:dir/>
          <dgm:resizeHandles val="exact"/>
        </dgm:presLayoutVars>
      </dgm:prSet>
      <dgm:spPr/>
    </dgm:pt>
    <dgm:pt modelId="{B2EE5CB1-1292-460B-8FC7-F37BE697E33F}" type="pres">
      <dgm:prSet presAssocID="{9C74D80C-97F1-4658-95EE-2D711B1BE110}" presName="cycle" presStyleCnt="0"/>
      <dgm:spPr/>
    </dgm:pt>
    <dgm:pt modelId="{009CDE0A-5171-450A-B0DE-531657DB69FB}" type="pres">
      <dgm:prSet presAssocID="{A039B67C-A235-42B6-94CD-3710A9615C38}" presName="nodeFirstNode" presStyleLbl="node1" presStyleIdx="0" presStyleCnt="4">
        <dgm:presLayoutVars>
          <dgm:bulletEnabled val="1"/>
        </dgm:presLayoutVars>
      </dgm:prSet>
      <dgm:spPr/>
    </dgm:pt>
    <dgm:pt modelId="{8A2302C4-BFAC-4A37-B6DB-5507F8E86FF5}" type="pres">
      <dgm:prSet presAssocID="{579E8D9F-586C-4894-8403-A3A74ED3E535}" presName="sibTransFirstNode" presStyleLbl="bgShp" presStyleIdx="0" presStyleCnt="1"/>
      <dgm:spPr/>
    </dgm:pt>
    <dgm:pt modelId="{EB8E42D2-22EE-4886-8A2E-1DD3F86BAD08}" type="pres">
      <dgm:prSet presAssocID="{516C348D-C1EB-42BA-97CC-EBEDB1780352}" presName="nodeFollowingNodes" presStyleLbl="node1" presStyleIdx="1" presStyleCnt="4">
        <dgm:presLayoutVars>
          <dgm:bulletEnabled val="1"/>
        </dgm:presLayoutVars>
      </dgm:prSet>
      <dgm:spPr/>
    </dgm:pt>
    <dgm:pt modelId="{1EF1ADC0-A52A-47B0-A737-C5DC5B9DDE03}" type="pres">
      <dgm:prSet presAssocID="{93B5629D-7188-4BCE-8619-F06B21A46E56}" presName="nodeFollowingNodes" presStyleLbl="node1" presStyleIdx="2" presStyleCnt="4">
        <dgm:presLayoutVars>
          <dgm:bulletEnabled val="1"/>
        </dgm:presLayoutVars>
      </dgm:prSet>
      <dgm:spPr/>
    </dgm:pt>
    <dgm:pt modelId="{384F1373-9DA8-48F0-814E-8AF9DCF69DB3}" type="pres">
      <dgm:prSet presAssocID="{DFD44316-CFC0-418B-BCCD-756113BFA486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42A07417-4DCF-406D-8C8C-1E39FF7D3638}" type="presOf" srcId="{DFD44316-CFC0-418B-BCCD-756113BFA486}" destId="{384F1373-9DA8-48F0-814E-8AF9DCF69DB3}" srcOrd="0" destOrd="0" presId="urn:microsoft.com/office/officeart/2005/8/layout/cycle3"/>
    <dgm:cxn modelId="{72EFA81B-0D82-4812-B4C2-18A19FE2CC12}" srcId="{9C74D80C-97F1-4658-95EE-2D711B1BE110}" destId="{A039B67C-A235-42B6-94CD-3710A9615C38}" srcOrd="0" destOrd="0" parTransId="{7CE6926B-7351-4CE0-BE86-098B7A8C42F0}" sibTransId="{579E8D9F-586C-4894-8403-A3A74ED3E535}"/>
    <dgm:cxn modelId="{5B8F3D5D-5EA4-4D9F-A1CF-5ED9F0E20895}" type="presOf" srcId="{A039B67C-A235-42B6-94CD-3710A9615C38}" destId="{009CDE0A-5171-450A-B0DE-531657DB69FB}" srcOrd="0" destOrd="0" presId="urn:microsoft.com/office/officeart/2005/8/layout/cycle3"/>
    <dgm:cxn modelId="{D9A6C15E-3F4E-464E-B251-14989A1E81B6}" type="presOf" srcId="{516C348D-C1EB-42BA-97CC-EBEDB1780352}" destId="{EB8E42D2-22EE-4886-8A2E-1DD3F86BAD08}" srcOrd="0" destOrd="0" presId="urn:microsoft.com/office/officeart/2005/8/layout/cycle3"/>
    <dgm:cxn modelId="{3A90F776-0705-41A5-8E9F-A70E02E03CF3}" srcId="{9C74D80C-97F1-4658-95EE-2D711B1BE110}" destId="{DFD44316-CFC0-418B-BCCD-756113BFA486}" srcOrd="3" destOrd="0" parTransId="{8E6A41E6-2545-4ABA-B3E0-7ED33976E22C}" sibTransId="{111126FD-55E3-4C68-A8BA-080D3A61AC71}"/>
    <dgm:cxn modelId="{BEA04882-8310-46B4-8CAB-1ACC51A582E5}" srcId="{9C74D80C-97F1-4658-95EE-2D711B1BE110}" destId="{93B5629D-7188-4BCE-8619-F06B21A46E56}" srcOrd="2" destOrd="0" parTransId="{CF6C3B7B-A8CF-46A2-9151-548458EB766A}" sibTransId="{4E3558D4-442E-4605-8B9C-1BA49953DCCE}"/>
    <dgm:cxn modelId="{D949D788-4300-48FE-8551-EEA0C437AA37}" type="presOf" srcId="{579E8D9F-586C-4894-8403-A3A74ED3E535}" destId="{8A2302C4-BFAC-4A37-B6DB-5507F8E86FF5}" srcOrd="0" destOrd="0" presId="urn:microsoft.com/office/officeart/2005/8/layout/cycle3"/>
    <dgm:cxn modelId="{FBBD9F98-4739-46E1-9D80-1027ED8BAC08}" type="presOf" srcId="{9C74D80C-97F1-4658-95EE-2D711B1BE110}" destId="{1721FC6D-AC8B-4FF2-9B21-08574B54D2E9}" srcOrd="0" destOrd="0" presId="urn:microsoft.com/office/officeart/2005/8/layout/cycle3"/>
    <dgm:cxn modelId="{BF2A14A4-2B5F-455B-AEFF-6035DC80FB92}" type="presOf" srcId="{93B5629D-7188-4BCE-8619-F06B21A46E56}" destId="{1EF1ADC0-A52A-47B0-A737-C5DC5B9DDE03}" srcOrd="0" destOrd="0" presId="urn:microsoft.com/office/officeart/2005/8/layout/cycle3"/>
    <dgm:cxn modelId="{546CFCBA-F83A-4E8B-B6AD-F5EA228A2508}" srcId="{9C74D80C-97F1-4658-95EE-2D711B1BE110}" destId="{516C348D-C1EB-42BA-97CC-EBEDB1780352}" srcOrd="1" destOrd="0" parTransId="{88F0F13B-96B7-4837-A234-32A5AB8FD40F}" sibTransId="{B2C45500-A115-405A-A72F-5E5BE19DCEF4}"/>
    <dgm:cxn modelId="{CE9B36F0-2045-4261-9B6C-A9F716E5AB79}" type="presParOf" srcId="{1721FC6D-AC8B-4FF2-9B21-08574B54D2E9}" destId="{B2EE5CB1-1292-460B-8FC7-F37BE697E33F}" srcOrd="0" destOrd="0" presId="urn:microsoft.com/office/officeart/2005/8/layout/cycle3"/>
    <dgm:cxn modelId="{F07B3B7D-E433-4D6C-85CF-8413960DDEE0}" type="presParOf" srcId="{B2EE5CB1-1292-460B-8FC7-F37BE697E33F}" destId="{009CDE0A-5171-450A-B0DE-531657DB69FB}" srcOrd="0" destOrd="0" presId="urn:microsoft.com/office/officeart/2005/8/layout/cycle3"/>
    <dgm:cxn modelId="{64483FD3-3976-4021-98C6-245AC94D806A}" type="presParOf" srcId="{B2EE5CB1-1292-460B-8FC7-F37BE697E33F}" destId="{8A2302C4-BFAC-4A37-B6DB-5507F8E86FF5}" srcOrd="1" destOrd="0" presId="urn:microsoft.com/office/officeart/2005/8/layout/cycle3"/>
    <dgm:cxn modelId="{1C2E9C27-5FCF-410B-B7F4-04A48A5B7AEB}" type="presParOf" srcId="{B2EE5CB1-1292-460B-8FC7-F37BE697E33F}" destId="{EB8E42D2-22EE-4886-8A2E-1DD3F86BAD08}" srcOrd="2" destOrd="0" presId="urn:microsoft.com/office/officeart/2005/8/layout/cycle3"/>
    <dgm:cxn modelId="{145D9DD4-EB4E-4BEB-8F34-8F8C9FCA908C}" type="presParOf" srcId="{B2EE5CB1-1292-460B-8FC7-F37BE697E33F}" destId="{1EF1ADC0-A52A-47B0-A737-C5DC5B9DDE03}" srcOrd="3" destOrd="0" presId="urn:microsoft.com/office/officeart/2005/8/layout/cycle3"/>
    <dgm:cxn modelId="{4F90FA13-3F5F-43E9-B62A-6F8A559AB85D}" type="presParOf" srcId="{B2EE5CB1-1292-460B-8FC7-F37BE697E33F}" destId="{384F1373-9DA8-48F0-814E-8AF9DCF69DB3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010D2F-6F97-46CF-AE66-57DF3BE1A2D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A77A2F6-6FED-4CF7-BF19-E2DBDA2DB93C}">
      <dgm:prSet phldrT="[テキスト]"/>
      <dgm:spPr/>
      <dgm:t>
        <a:bodyPr/>
        <a:lstStyle/>
        <a:p>
          <a:r>
            <a:rPr kumimoji="1" lang="en-US" altLang="ja-JP" b="1" dirty="0"/>
            <a:t>28,834</a:t>
          </a:r>
          <a:endParaRPr kumimoji="1" lang="ja-JP" altLang="en-US" b="1" dirty="0"/>
        </a:p>
      </dgm:t>
    </dgm:pt>
    <dgm:pt modelId="{B9D0920A-54D9-4646-B3CB-C644DEAD5B72}" type="par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907007FE-DDD7-44E4-8BB7-1D8181F6C367}" type="sib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101EFDBA-D71C-4A70-81DD-09B48EFF2ED7}">
      <dgm:prSet phldrT="[テキスト]"/>
      <dgm:spPr/>
      <dgm:t>
        <a:bodyPr/>
        <a:lstStyle/>
        <a:p>
          <a:r>
            <a:rPr kumimoji="1" lang="ja-JP" altLang="en-US" b="1" dirty="0"/>
            <a:t>実施あり</a:t>
          </a:r>
          <a:r>
            <a:rPr kumimoji="1" lang="en-US" altLang="ja-JP" b="1" dirty="0"/>
            <a:t>17,068</a:t>
          </a:r>
          <a:endParaRPr kumimoji="1" lang="ja-JP" altLang="en-US" b="1" dirty="0"/>
        </a:p>
      </dgm:t>
    </dgm:pt>
    <dgm:pt modelId="{C0DE90D4-D6E2-4453-9A3F-D3D3906B9E0B}" type="par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0E59C644-D640-4707-BB6D-0FAD16374002}" type="sib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C525AEBB-653C-4CB4-97A2-6361508D9C02}">
      <dgm:prSet phldrT="[テキスト]"/>
      <dgm:spPr/>
      <dgm:t>
        <a:bodyPr/>
        <a:lstStyle/>
        <a:p>
          <a:r>
            <a:rPr kumimoji="1" lang="en-US" altLang="ja-JP" b="1" dirty="0"/>
            <a:t>2,190   12.8%</a:t>
          </a:r>
          <a:endParaRPr kumimoji="1" lang="ja-JP" altLang="en-US" b="1" dirty="0"/>
        </a:p>
      </dgm:t>
    </dgm:pt>
    <dgm:pt modelId="{2E136BB2-1D92-4D67-9349-7BB3196574DE}" type="par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F1526B5D-54F5-4F52-BA74-794339FFA46A}" type="sib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2049A0CC-A38A-4781-B364-E05B02F00AB3}">
      <dgm:prSet phldrT="[テキスト]"/>
      <dgm:spPr/>
      <dgm:t>
        <a:bodyPr/>
        <a:lstStyle/>
        <a:p>
          <a:r>
            <a:rPr kumimoji="1" lang="ja-JP" altLang="en-US" b="1" dirty="0"/>
            <a:t>実施なし</a:t>
          </a:r>
          <a:r>
            <a:rPr kumimoji="1" lang="en-US" altLang="ja-JP" b="1" dirty="0"/>
            <a:t>11,766</a:t>
          </a:r>
          <a:endParaRPr kumimoji="1" lang="ja-JP" altLang="en-US" b="1" dirty="0"/>
        </a:p>
      </dgm:t>
    </dgm:pt>
    <dgm:pt modelId="{12ECFC67-49BD-4958-B11C-E59774BFF732}" type="par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CAF71409-5C5A-4E77-B8C0-79A317090821}" type="sib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9AD8A9F1-B517-4F6D-803B-BD7E142F2490}">
      <dgm:prSet phldrT="[テキスト]"/>
      <dgm:spPr/>
      <dgm:t>
        <a:bodyPr/>
        <a:lstStyle/>
        <a:p>
          <a:r>
            <a:rPr kumimoji="1" lang="en-US" altLang="ja-JP" b="1" dirty="0"/>
            <a:t>781    6.6%</a:t>
          </a:r>
        </a:p>
      </dgm:t>
    </dgm:pt>
    <dgm:pt modelId="{3F31B202-B354-4BE0-BD3D-3AE23D5F2679}" type="par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E967F8DB-CDEF-405D-AA05-A39EB7B5C151}" type="sib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337CCC1B-0F41-46A2-9B48-7FBC8AA72753}">
      <dgm:prSet phldrT="[テキスト]"/>
      <dgm:spPr/>
      <dgm:t>
        <a:bodyPr/>
        <a:lstStyle/>
        <a:p>
          <a:r>
            <a:rPr kumimoji="1" lang="ja-JP" altLang="en-US" b="1" dirty="0"/>
            <a:t>心原性</a:t>
          </a:r>
          <a:r>
            <a:rPr kumimoji="1" lang="en-US" altLang="ja-JP" b="1" dirty="0"/>
            <a:t>CPA</a:t>
          </a:r>
        </a:p>
        <a:p>
          <a:r>
            <a:rPr kumimoji="1" lang="ja-JP" altLang="en-US" b="1" dirty="0"/>
            <a:t>傷病者数</a:t>
          </a:r>
        </a:p>
      </dgm:t>
    </dgm:pt>
    <dgm:pt modelId="{1D2C6D74-9078-440D-88CA-BC0A1DF40859}" type="par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7EB361BA-171A-4677-AC7D-03E1A1C55B4A}" type="sib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BDACE2C8-5366-4F6A-BC65-77D2280D0B17}">
      <dgm:prSet phldrT="[テキスト]"/>
      <dgm:spPr/>
      <dgm:t>
        <a:bodyPr/>
        <a:lstStyle/>
        <a:p>
          <a:r>
            <a:rPr kumimoji="1" lang="ja-JP" altLang="en-US" b="1" dirty="0"/>
            <a:t>一般市民の心肺蘇生の実施別</a:t>
          </a:r>
        </a:p>
      </dgm:t>
    </dgm:pt>
    <dgm:pt modelId="{CAE8F549-FFD6-40BE-B807-1E1157ADF35E}" type="par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1EB62953-3B2B-4587-B741-0D18ED7E74BB}" type="sib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6D514CBB-FCF4-4695-A401-FF1C0F2A6BAC}">
      <dgm:prSet phldrT="[テキスト]"/>
      <dgm:spPr/>
      <dgm:t>
        <a:bodyPr/>
        <a:lstStyle/>
        <a:p>
          <a:r>
            <a:rPr kumimoji="1" lang="ja-JP" altLang="en-US" b="1" dirty="0"/>
            <a:t>１カ月後生存者数</a:t>
          </a:r>
        </a:p>
      </dgm:t>
    </dgm:pt>
    <dgm:pt modelId="{D5E9A775-B368-47AB-9848-47FAC46F9CB6}" type="par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04E33368-2067-477F-98FF-EDF72F51F6AF}" type="sib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EF80577E-1C57-4963-8100-8C0C8C47B4FF}" type="pres">
      <dgm:prSet presAssocID="{F4010D2F-6F97-46CF-AE66-57DF3BE1A2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46561D-8CF0-4931-8FBA-1741851A6ED7}" type="pres">
      <dgm:prSet presAssocID="{F4010D2F-6F97-46CF-AE66-57DF3BE1A2D3}" presName="hierFlow" presStyleCnt="0"/>
      <dgm:spPr/>
    </dgm:pt>
    <dgm:pt modelId="{B91D3DAB-142D-4D49-BB62-1C090C3FB8E2}" type="pres">
      <dgm:prSet presAssocID="{F4010D2F-6F97-46CF-AE66-57DF3BE1A2D3}" presName="firstBuf" presStyleCnt="0"/>
      <dgm:spPr/>
    </dgm:pt>
    <dgm:pt modelId="{E053C9E9-313D-4CD2-85F2-7492A09F1B53}" type="pres">
      <dgm:prSet presAssocID="{F4010D2F-6F97-46CF-AE66-57DF3BE1A2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D70B71F-12AC-4DD5-BDAD-4E064608CEA0}" type="pres">
      <dgm:prSet presAssocID="{FA77A2F6-6FED-4CF7-BF19-E2DBDA2DB93C}" presName="Name14" presStyleCnt="0"/>
      <dgm:spPr/>
    </dgm:pt>
    <dgm:pt modelId="{5E16DC39-C5C5-464B-B86D-1AB640387826}" type="pres">
      <dgm:prSet presAssocID="{FA77A2F6-6FED-4CF7-BF19-E2DBDA2DB93C}" presName="level1Shape" presStyleLbl="node0" presStyleIdx="0" presStyleCnt="1">
        <dgm:presLayoutVars>
          <dgm:chPref val="3"/>
        </dgm:presLayoutVars>
      </dgm:prSet>
      <dgm:spPr/>
    </dgm:pt>
    <dgm:pt modelId="{C30EB438-9BED-45E5-9656-30204AE0DDFD}" type="pres">
      <dgm:prSet presAssocID="{FA77A2F6-6FED-4CF7-BF19-E2DBDA2DB93C}" presName="hierChild2" presStyleCnt="0"/>
      <dgm:spPr/>
    </dgm:pt>
    <dgm:pt modelId="{A646E0EC-220A-4941-B174-E025B143983D}" type="pres">
      <dgm:prSet presAssocID="{C0DE90D4-D6E2-4453-9A3F-D3D3906B9E0B}" presName="Name19" presStyleLbl="parChTrans1D2" presStyleIdx="0" presStyleCnt="2"/>
      <dgm:spPr/>
    </dgm:pt>
    <dgm:pt modelId="{7128308A-FAE7-4014-AA52-4A48998608B6}" type="pres">
      <dgm:prSet presAssocID="{101EFDBA-D71C-4A70-81DD-09B48EFF2ED7}" presName="Name21" presStyleCnt="0"/>
      <dgm:spPr/>
    </dgm:pt>
    <dgm:pt modelId="{C907E1FA-8FAA-4F54-A513-AE4529DFA300}" type="pres">
      <dgm:prSet presAssocID="{101EFDBA-D71C-4A70-81DD-09B48EFF2ED7}" presName="level2Shape" presStyleLbl="node2" presStyleIdx="0" presStyleCnt="2"/>
      <dgm:spPr/>
    </dgm:pt>
    <dgm:pt modelId="{1A570190-9B14-4F13-B6C8-2DA85ABD5723}" type="pres">
      <dgm:prSet presAssocID="{101EFDBA-D71C-4A70-81DD-09B48EFF2ED7}" presName="hierChild3" presStyleCnt="0"/>
      <dgm:spPr/>
    </dgm:pt>
    <dgm:pt modelId="{B75A503E-3BFA-42C3-A259-663820AA1022}" type="pres">
      <dgm:prSet presAssocID="{2E136BB2-1D92-4D67-9349-7BB3196574DE}" presName="Name19" presStyleLbl="parChTrans1D3" presStyleIdx="0" presStyleCnt="2"/>
      <dgm:spPr/>
    </dgm:pt>
    <dgm:pt modelId="{B8EE908D-8CD2-4819-854B-7A43038D815A}" type="pres">
      <dgm:prSet presAssocID="{C525AEBB-653C-4CB4-97A2-6361508D9C02}" presName="Name21" presStyleCnt="0"/>
      <dgm:spPr/>
    </dgm:pt>
    <dgm:pt modelId="{8DFDF14A-15ED-4039-846C-625BC1A63CFF}" type="pres">
      <dgm:prSet presAssocID="{C525AEBB-653C-4CB4-97A2-6361508D9C02}" presName="level2Shape" presStyleLbl="node3" presStyleIdx="0" presStyleCnt="2"/>
      <dgm:spPr/>
    </dgm:pt>
    <dgm:pt modelId="{C0D3A64B-87F4-464C-8E04-1CE90A81E5B5}" type="pres">
      <dgm:prSet presAssocID="{C525AEBB-653C-4CB4-97A2-6361508D9C02}" presName="hierChild3" presStyleCnt="0"/>
      <dgm:spPr/>
    </dgm:pt>
    <dgm:pt modelId="{AEF464F0-4251-441F-8B82-D386144688A1}" type="pres">
      <dgm:prSet presAssocID="{12ECFC67-49BD-4958-B11C-E59774BFF732}" presName="Name19" presStyleLbl="parChTrans1D2" presStyleIdx="1" presStyleCnt="2"/>
      <dgm:spPr/>
    </dgm:pt>
    <dgm:pt modelId="{DCF93C5A-0C4C-47B0-A39A-FF962C216DB5}" type="pres">
      <dgm:prSet presAssocID="{2049A0CC-A38A-4781-B364-E05B02F00AB3}" presName="Name21" presStyleCnt="0"/>
      <dgm:spPr/>
    </dgm:pt>
    <dgm:pt modelId="{BC015BFA-669A-4DD4-B63B-EB334844DB64}" type="pres">
      <dgm:prSet presAssocID="{2049A0CC-A38A-4781-B364-E05B02F00AB3}" presName="level2Shape" presStyleLbl="node2" presStyleIdx="1" presStyleCnt="2"/>
      <dgm:spPr/>
    </dgm:pt>
    <dgm:pt modelId="{27BC2EC5-F89B-4E44-97CB-6A8F872BE1AF}" type="pres">
      <dgm:prSet presAssocID="{2049A0CC-A38A-4781-B364-E05B02F00AB3}" presName="hierChild3" presStyleCnt="0"/>
      <dgm:spPr/>
    </dgm:pt>
    <dgm:pt modelId="{DB9AB396-6608-4FFD-ADD3-C78C02095926}" type="pres">
      <dgm:prSet presAssocID="{3F31B202-B354-4BE0-BD3D-3AE23D5F2679}" presName="Name19" presStyleLbl="parChTrans1D3" presStyleIdx="1" presStyleCnt="2"/>
      <dgm:spPr/>
    </dgm:pt>
    <dgm:pt modelId="{29886FD3-CD1B-4D04-8781-F8AC1A62365D}" type="pres">
      <dgm:prSet presAssocID="{9AD8A9F1-B517-4F6D-803B-BD7E142F2490}" presName="Name21" presStyleCnt="0"/>
      <dgm:spPr/>
    </dgm:pt>
    <dgm:pt modelId="{B77537C9-5C08-4265-8CBD-9A7923BA52D5}" type="pres">
      <dgm:prSet presAssocID="{9AD8A9F1-B517-4F6D-803B-BD7E142F2490}" presName="level2Shape" presStyleLbl="node3" presStyleIdx="1" presStyleCnt="2" custLinFactNeighborX="0" custLinFactNeighborY="1175"/>
      <dgm:spPr/>
    </dgm:pt>
    <dgm:pt modelId="{63C00E52-8128-4557-AEDD-8539B577C02F}" type="pres">
      <dgm:prSet presAssocID="{9AD8A9F1-B517-4F6D-803B-BD7E142F2490}" presName="hierChild3" presStyleCnt="0"/>
      <dgm:spPr/>
    </dgm:pt>
    <dgm:pt modelId="{571F4C28-EE27-4328-AE6D-F416B1A86701}" type="pres">
      <dgm:prSet presAssocID="{F4010D2F-6F97-46CF-AE66-57DF3BE1A2D3}" presName="bgShapesFlow" presStyleCnt="0"/>
      <dgm:spPr/>
    </dgm:pt>
    <dgm:pt modelId="{94D1C9E5-2C38-4E03-9D2C-C21F8B2CAD61}" type="pres">
      <dgm:prSet presAssocID="{337CCC1B-0F41-46A2-9B48-7FBC8AA72753}" presName="rectComp" presStyleCnt="0"/>
      <dgm:spPr/>
    </dgm:pt>
    <dgm:pt modelId="{39242AA7-6A16-4CBD-ABB1-23F17ACDFA94}" type="pres">
      <dgm:prSet presAssocID="{337CCC1B-0F41-46A2-9B48-7FBC8AA72753}" presName="bgRect" presStyleLbl="bgShp" presStyleIdx="0" presStyleCnt="3"/>
      <dgm:spPr/>
    </dgm:pt>
    <dgm:pt modelId="{12F7D4B6-23A5-4ABA-A127-29AEFDE942A8}" type="pres">
      <dgm:prSet presAssocID="{337CCC1B-0F41-46A2-9B48-7FBC8AA72753}" presName="bgRectTx" presStyleLbl="bgShp" presStyleIdx="0" presStyleCnt="3">
        <dgm:presLayoutVars>
          <dgm:bulletEnabled val="1"/>
        </dgm:presLayoutVars>
      </dgm:prSet>
      <dgm:spPr/>
    </dgm:pt>
    <dgm:pt modelId="{D9AB31E5-5434-4936-81E5-6A72047908D2}" type="pres">
      <dgm:prSet presAssocID="{337CCC1B-0F41-46A2-9B48-7FBC8AA72753}" presName="spComp" presStyleCnt="0"/>
      <dgm:spPr/>
    </dgm:pt>
    <dgm:pt modelId="{E10F1A5C-ABE9-44EF-ACB4-0878173B65E9}" type="pres">
      <dgm:prSet presAssocID="{337CCC1B-0F41-46A2-9B48-7FBC8AA72753}" presName="vSp" presStyleCnt="0"/>
      <dgm:spPr/>
    </dgm:pt>
    <dgm:pt modelId="{370A1B49-4F53-4BDF-9344-D0D7A1A4EB4F}" type="pres">
      <dgm:prSet presAssocID="{BDACE2C8-5366-4F6A-BC65-77D2280D0B17}" presName="rectComp" presStyleCnt="0"/>
      <dgm:spPr/>
    </dgm:pt>
    <dgm:pt modelId="{3A455255-2612-415C-B9D1-AE9D85190897}" type="pres">
      <dgm:prSet presAssocID="{BDACE2C8-5366-4F6A-BC65-77D2280D0B17}" presName="bgRect" presStyleLbl="bgShp" presStyleIdx="1" presStyleCnt="3"/>
      <dgm:spPr/>
    </dgm:pt>
    <dgm:pt modelId="{EC9A2A59-2770-405D-B6CA-C65045BC9754}" type="pres">
      <dgm:prSet presAssocID="{BDACE2C8-5366-4F6A-BC65-77D2280D0B17}" presName="bgRectTx" presStyleLbl="bgShp" presStyleIdx="1" presStyleCnt="3">
        <dgm:presLayoutVars>
          <dgm:bulletEnabled val="1"/>
        </dgm:presLayoutVars>
      </dgm:prSet>
      <dgm:spPr/>
    </dgm:pt>
    <dgm:pt modelId="{3C478E8D-0F44-42D4-99EA-C18FCB11DBA5}" type="pres">
      <dgm:prSet presAssocID="{BDACE2C8-5366-4F6A-BC65-77D2280D0B17}" presName="spComp" presStyleCnt="0"/>
      <dgm:spPr/>
    </dgm:pt>
    <dgm:pt modelId="{0A7159D7-F619-4E38-96DB-6C4BB057273F}" type="pres">
      <dgm:prSet presAssocID="{BDACE2C8-5366-4F6A-BC65-77D2280D0B17}" presName="vSp" presStyleCnt="0"/>
      <dgm:spPr/>
    </dgm:pt>
    <dgm:pt modelId="{97B19EC8-8B28-4093-94BB-FCEAD6F3283A}" type="pres">
      <dgm:prSet presAssocID="{6D514CBB-FCF4-4695-A401-FF1C0F2A6BAC}" presName="rectComp" presStyleCnt="0"/>
      <dgm:spPr/>
    </dgm:pt>
    <dgm:pt modelId="{0000F72A-ECCA-41A5-8EB4-FF7C2C342897}" type="pres">
      <dgm:prSet presAssocID="{6D514CBB-FCF4-4695-A401-FF1C0F2A6BAC}" presName="bgRect" presStyleLbl="bgShp" presStyleIdx="2" presStyleCnt="3" custLinFactNeighborX="382" custLinFactNeighborY="-1969"/>
      <dgm:spPr/>
    </dgm:pt>
    <dgm:pt modelId="{2B416AB4-0A46-4225-BBEF-56682B2CA9D8}" type="pres">
      <dgm:prSet presAssocID="{6D514CBB-FCF4-4695-A401-FF1C0F2A6BA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ED98308-77F4-4FA0-BC44-BA887C82E634}" srcId="{F4010D2F-6F97-46CF-AE66-57DF3BE1A2D3}" destId="{FA77A2F6-6FED-4CF7-BF19-E2DBDA2DB93C}" srcOrd="0" destOrd="0" parTransId="{B9D0920A-54D9-4646-B3CB-C644DEAD5B72}" sibTransId="{907007FE-DDD7-44E4-8BB7-1D8181F6C367}"/>
    <dgm:cxn modelId="{00346222-C914-4230-BC3B-9F571CF9ED09}" type="presOf" srcId="{2049A0CC-A38A-4781-B364-E05B02F00AB3}" destId="{BC015BFA-669A-4DD4-B63B-EB334844DB64}" srcOrd="0" destOrd="0" presId="urn:microsoft.com/office/officeart/2005/8/layout/hierarchy6"/>
    <dgm:cxn modelId="{81476322-6786-446A-8EC7-0780A7283282}" type="presOf" srcId="{2E136BB2-1D92-4D67-9349-7BB3196574DE}" destId="{B75A503E-3BFA-42C3-A259-663820AA1022}" srcOrd="0" destOrd="0" presId="urn:microsoft.com/office/officeart/2005/8/layout/hierarchy6"/>
    <dgm:cxn modelId="{4E936324-2E27-4CE4-AF4E-D2A31899689E}" type="presOf" srcId="{9AD8A9F1-B517-4F6D-803B-BD7E142F2490}" destId="{B77537C9-5C08-4265-8CBD-9A7923BA52D5}" srcOrd="0" destOrd="0" presId="urn:microsoft.com/office/officeart/2005/8/layout/hierarchy6"/>
    <dgm:cxn modelId="{E3CB8F3D-4240-4139-AB96-495D855845EF}" type="presOf" srcId="{BDACE2C8-5366-4F6A-BC65-77D2280D0B17}" destId="{3A455255-2612-415C-B9D1-AE9D85190897}" srcOrd="0" destOrd="0" presId="urn:microsoft.com/office/officeart/2005/8/layout/hierarchy6"/>
    <dgm:cxn modelId="{633C9260-22DF-40A1-87B7-10B231C4C25C}" srcId="{2049A0CC-A38A-4781-B364-E05B02F00AB3}" destId="{9AD8A9F1-B517-4F6D-803B-BD7E142F2490}" srcOrd="0" destOrd="0" parTransId="{3F31B202-B354-4BE0-BD3D-3AE23D5F2679}" sibTransId="{E967F8DB-CDEF-405D-AA05-A39EB7B5C151}"/>
    <dgm:cxn modelId="{33C7E442-9330-433E-93C0-8BBD0DC9F934}" type="presOf" srcId="{337CCC1B-0F41-46A2-9B48-7FBC8AA72753}" destId="{39242AA7-6A16-4CBD-ABB1-23F17ACDFA94}" srcOrd="0" destOrd="0" presId="urn:microsoft.com/office/officeart/2005/8/layout/hierarchy6"/>
    <dgm:cxn modelId="{E3B37B63-E95A-4CCC-BF81-6EC59D940115}" type="presOf" srcId="{3F31B202-B354-4BE0-BD3D-3AE23D5F2679}" destId="{DB9AB396-6608-4FFD-ADD3-C78C02095926}" srcOrd="0" destOrd="0" presId="urn:microsoft.com/office/officeart/2005/8/layout/hierarchy6"/>
    <dgm:cxn modelId="{2B070F74-59D2-4969-8430-28DB61F04124}" srcId="{FA77A2F6-6FED-4CF7-BF19-E2DBDA2DB93C}" destId="{2049A0CC-A38A-4781-B364-E05B02F00AB3}" srcOrd="1" destOrd="0" parTransId="{12ECFC67-49BD-4958-B11C-E59774BFF732}" sibTransId="{CAF71409-5C5A-4E77-B8C0-79A317090821}"/>
    <dgm:cxn modelId="{D75D9D74-6786-40A6-983C-0DBF37482211}" srcId="{101EFDBA-D71C-4A70-81DD-09B48EFF2ED7}" destId="{C525AEBB-653C-4CB4-97A2-6361508D9C02}" srcOrd="0" destOrd="0" parTransId="{2E136BB2-1D92-4D67-9349-7BB3196574DE}" sibTransId="{F1526B5D-54F5-4F52-BA74-794339FFA46A}"/>
    <dgm:cxn modelId="{4CB30555-9DEB-4CF6-A1AD-23C8A49750CB}" srcId="{F4010D2F-6F97-46CF-AE66-57DF3BE1A2D3}" destId="{BDACE2C8-5366-4F6A-BC65-77D2280D0B17}" srcOrd="2" destOrd="0" parTransId="{CAE8F549-FFD6-40BE-B807-1E1157ADF35E}" sibTransId="{1EB62953-3B2B-4587-B741-0D18ED7E74BB}"/>
    <dgm:cxn modelId="{5D0A667C-97C2-43D1-8065-78C29ECD8CD3}" type="presOf" srcId="{F4010D2F-6F97-46CF-AE66-57DF3BE1A2D3}" destId="{EF80577E-1C57-4963-8100-8C0C8C47B4FF}" srcOrd="0" destOrd="0" presId="urn:microsoft.com/office/officeart/2005/8/layout/hierarchy6"/>
    <dgm:cxn modelId="{F4549182-E64E-4141-9EF5-B41E934F76FC}" type="presOf" srcId="{C525AEBB-653C-4CB4-97A2-6361508D9C02}" destId="{8DFDF14A-15ED-4039-846C-625BC1A63CFF}" srcOrd="0" destOrd="0" presId="urn:microsoft.com/office/officeart/2005/8/layout/hierarchy6"/>
    <dgm:cxn modelId="{1B62B38B-DD49-4361-A16C-16D9C794F981}" type="presOf" srcId="{6D514CBB-FCF4-4695-A401-FF1C0F2A6BAC}" destId="{2B416AB4-0A46-4225-BBEF-56682B2CA9D8}" srcOrd="1" destOrd="0" presId="urn:microsoft.com/office/officeart/2005/8/layout/hierarchy6"/>
    <dgm:cxn modelId="{044E9C97-4FF9-467E-8D9F-9A6A0F266C56}" type="presOf" srcId="{337CCC1B-0F41-46A2-9B48-7FBC8AA72753}" destId="{12F7D4B6-23A5-4ABA-A127-29AEFDE942A8}" srcOrd="1" destOrd="0" presId="urn:microsoft.com/office/officeart/2005/8/layout/hierarchy6"/>
    <dgm:cxn modelId="{7B6735A3-F62F-425A-B72D-E71BF4EB4FA9}" type="presOf" srcId="{FA77A2F6-6FED-4CF7-BF19-E2DBDA2DB93C}" destId="{5E16DC39-C5C5-464B-B86D-1AB640387826}" srcOrd="0" destOrd="0" presId="urn:microsoft.com/office/officeart/2005/8/layout/hierarchy6"/>
    <dgm:cxn modelId="{B96606C8-FA7D-4FD3-B999-9A715ECD5B0C}" srcId="{F4010D2F-6F97-46CF-AE66-57DF3BE1A2D3}" destId="{337CCC1B-0F41-46A2-9B48-7FBC8AA72753}" srcOrd="1" destOrd="0" parTransId="{1D2C6D74-9078-440D-88CA-BC0A1DF40859}" sibTransId="{7EB361BA-171A-4677-AC7D-03E1A1C55B4A}"/>
    <dgm:cxn modelId="{B81AC5CA-45A7-40A8-A764-4443413D64A4}" type="presOf" srcId="{6D514CBB-FCF4-4695-A401-FF1C0F2A6BAC}" destId="{0000F72A-ECCA-41A5-8EB4-FF7C2C342897}" srcOrd="0" destOrd="0" presId="urn:microsoft.com/office/officeart/2005/8/layout/hierarchy6"/>
    <dgm:cxn modelId="{A91202CF-087B-4C1A-95A2-C2BE78AF9B07}" srcId="{F4010D2F-6F97-46CF-AE66-57DF3BE1A2D3}" destId="{6D514CBB-FCF4-4695-A401-FF1C0F2A6BAC}" srcOrd="3" destOrd="0" parTransId="{D5E9A775-B368-47AB-9848-47FAC46F9CB6}" sibTransId="{04E33368-2067-477F-98FF-EDF72F51F6AF}"/>
    <dgm:cxn modelId="{9B8B30D1-1ADB-4DB7-A7FA-FCE1B0218ADB}" type="presOf" srcId="{C0DE90D4-D6E2-4453-9A3F-D3D3906B9E0B}" destId="{A646E0EC-220A-4941-B174-E025B143983D}" srcOrd="0" destOrd="0" presId="urn:microsoft.com/office/officeart/2005/8/layout/hierarchy6"/>
    <dgm:cxn modelId="{D50AD8E0-5C1C-4B1E-AB54-91D68F1DC1DE}" type="presOf" srcId="{12ECFC67-49BD-4958-B11C-E59774BFF732}" destId="{AEF464F0-4251-441F-8B82-D386144688A1}" srcOrd="0" destOrd="0" presId="urn:microsoft.com/office/officeart/2005/8/layout/hierarchy6"/>
    <dgm:cxn modelId="{0CD7B5F0-69A6-44E5-8284-389D576B88E9}" srcId="{FA77A2F6-6FED-4CF7-BF19-E2DBDA2DB93C}" destId="{101EFDBA-D71C-4A70-81DD-09B48EFF2ED7}" srcOrd="0" destOrd="0" parTransId="{C0DE90D4-D6E2-4453-9A3F-D3D3906B9E0B}" sibTransId="{0E59C644-D640-4707-BB6D-0FAD16374002}"/>
    <dgm:cxn modelId="{BE3E92F9-5194-4F76-A54F-D51E0FC2DD9B}" type="presOf" srcId="{BDACE2C8-5366-4F6A-BC65-77D2280D0B17}" destId="{EC9A2A59-2770-405D-B6CA-C65045BC9754}" srcOrd="1" destOrd="0" presId="urn:microsoft.com/office/officeart/2005/8/layout/hierarchy6"/>
    <dgm:cxn modelId="{AB9A87FF-84EB-4EC8-8E32-1BEB7E117D1D}" type="presOf" srcId="{101EFDBA-D71C-4A70-81DD-09B48EFF2ED7}" destId="{C907E1FA-8FAA-4F54-A513-AE4529DFA300}" srcOrd="0" destOrd="0" presId="urn:microsoft.com/office/officeart/2005/8/layout/hierarchy6"/>
    <dgm:cxn modelId="{D2ED1B74-3F65-4BA9-96F5-7686A4D3D5D4}" type="presParOf" srcId="{EF80577E-1C57-4963-8100-8C0C8C47B4FF}" destId="{4F46561D-8CF0-4931-8FBA-1741851A6ED7}" srcOrd="0" destOrd="0" presId="urn:microsoft.com/office/officeart/2005/8/layout/hierarchy6"/>
    <dgm:cxn modelId="{4FA65CC6-D68D-4A6B-A9D2-0C966C88771C}" type="presParOf" srcId="{4F46561D-8CF0-4931-8FBA-1741851A6ED7}" destId="{B91D3DAB-142D-4D49-BB62-1C090C3FB8E2}" srcOrd="0" destOrd="0" presId="urn:microsoft.com/office/officeart/2005/8/layout/hierarchy6"/>
    <dgm:cxn modelId="{D5B282A9-4BD0-47EF-926D-E49891969379}" type="presParOf" srcId="{4F46561D-8CF0-4931-8FBA-1741851A6ED7}" destId="{E053C9E9-313D-4CD2-85F2-7492A09F1B53}" srcOrd="1" destOrd="0" presId="urn:microsoft.com/office/officeart/2005/8/layout/hierarchy6"/>
    <dgm:cxn modelId="{826C09E7-4F28-46F9-9E20-18157B009252}" type="presParOf" srcId="{E053C9E9-313D-4CD2-85F2-7492A09F1B53}" destId="{0D70B71F-12AC-4DD5-BDAD-4E064608CEA0}" srcOrd="0" destOrd="0" presId="urn:microsoft.com/office/officeart/2005/8/layout/hierarchy6"/>
    <dgm:cxn modelId="{01243291-2F66-4D9F-AB8B-9D9AA1541254}" type="presParOf" srcId="{0D70B71F-12AC-4DD5-BDAD-4E064608CEA0}" destId="{5E16DC39-C5C5-464B-B86D-1AB640387826}" srcOrd="0" destOrd="0" presId="urn:microsoft.com/office/officeart/2005/8/layout/hierarchy6"/>
    <dgm:cxn modelId="{E4A3955D-8EBF-462B-AB59-EC6616A7F57C}" type="presParOf" srcId="{0D70B71F-12AC-4DD5-BDAD-4E064608CEA0}" destId="{C30EB438-9BED-45E5-9656-30204AE0DDFD}" srcOrd="1" destOrd="0" presId="urn:microsoft.com/office/officeart/2005/8/layout/hierarchy6"/>
    <dgm:cxn modelId="{24FC644C-9E11-4B0A-A642-EBABC1B0E4B1}" type="presParOf" srcId="{C30EB438-9BED-45E5-9656-30204AE0DDFD}" destId="{A646E0EC-220A-4941-B174-E025B143983D}" srcOrd="0" destOrd="0" presId="urn:microsoft.com/office/officeart/2005/8/layout/hierarchy6"/>
    <dgm:cxn modelId="{57EF3786-6D75-4701-BF2A-2D92482D8877}" type="presParOf" srcId="{C30EB438-9BED-45E5-9656-30204AE0DDFD}" destId="{7128308A-FAE7-4014-AA52-4A48998608B6}" srcOrd="1" destOrd="0" presId="urn:microsoft.com/office/officeart/2005/8/layout/hierarchy6"/>
    <dgm:cxn modelId="{9B907C37-6DBE-4EE1-9E15-A91B5B424742}" type="presParOf" srcId="{7128308A-FAE7-4014-AA52-4A48998608B6}" destId="{C907E1FA-8FAA-4F54-A513-AE4529DFA300}" srcOrd="0" destOrd="0" presId="urn:microsoft.com/office/officeart/2005/8/layout/hierarchy6"/>
    <dgm:cxn modelId="{CE9A98FF-BA3B-4707-B61D-EB2E87C1BEC5}" type="presParOf" srcId="{7128308A-FAE7-4014-AA52-4A48998608B6}" destId="{1A570190-9B14-4F13-B6C8-2DA85ABD5723}" srcOrd="1" destOrd="0" presId="urn:microsoft.com/office/officeart/2005/8/layout/hierarchy6"/>
    <dgm:cxn modelId="{9D4D2805-C64F-4D17-B9EC-98A0E339D2F4}" type="presParOf" srcId="{1A570190-9B14-4F13-B6C8-2DA85ABD5723}" destId="{B75A503E-3BFA-42C3-A259-663820AA1022}" srcOrd="0" destOrd="0" presId="urn:microsoft.com/office/officeart/2005/8/layout/hierarchy6"/>
    <dgm:cxn modelId="{161504AF-9577-478C-9BCA-CE2C7F8D1D4D}" type="presParOf" srcId="{1A570190-9B14-4F13-B6C8-2DA85ABD5723}" destId="{B8EE908D-8CD2-4819-854B-7A43038D815A}" srcOrd="1" destOrd="0" presId="urn:microsoft.com/office/officeart/2005/8/layout/hierarchy6"/>
    <dgm:cxn modelId="{E260F39E-A51B-4648-8BFF-97FAF9942B2D}" type="presParOf" srcId="{B8EE908D-8CD2-4819-854B-7A43038D815A}" destId="{8DFDF14A-15ED-4039-846C-625BC1A63CFF}" srcOrd="0" destOrd="0" presId="urn:microsoft.com/office/officeart/2005/8/layout/hierarchy6"/>
    <dgm:cxn modelId="{DB6FFA7B-F128-40AC-B1ED-106AAE5BA386}" type="presParOf" srcId="{B8EE908D-8CD2-4819-854B-7A43038D815A}" destId="{C0D3A64B-87F4-464C-8E04-1CE90A81E5B5}" srcOrd="1" destOrd="0" presId="urn:microsoft.com/office/officeart/2005/8/layout/hierarchy6"/>
    <dgm:cxn modelId="{D83DC380-1BC2-4DC0-A049-4E4DB66B3C27}" type="presParOf" srcId="{C30EB438-9BED-45E5-9656-30204AE0DDFD}" destId="{AEF464F0-4251-441F-8B82-D386144688A1}" srcOrd="2" destOrd="0" presId="urn:microsoft.com/office/officeart/2005/8/layout/hierarchy6"/>
    <dgm:cxn modelId="{0BC27F22-6F67-4C15-AD7E-ABA12331BA5D}" type="presParOf" srcId="{C30EB438-9BED-45E5-9656-30204AE0DDFD}" destId="{DCF93C5A-0C4C-47B0-A39A-FF962C216DB5}" srcOrd="3" destOrd="0" presId="urn:microsoft.com/office/officeart/2005/8/layout/hierarchy6"/>
    <dgm:cxn modelId="{F0C5B23E-9AC7-4A3E-80B8-4CEE5FC6C5B0}" type="presParOf" srcId="{DCF93C5A-0C4C-47B0-A39A-FF962C216DB5}" destId="{BC015BFA-669A-4DD4-B63B-EB334844DB64}" srcOrd="0" destOrd="0" presId="urn:microsoft.com/office/officeart/2005/8/layout/hierarchy6"/>
    <dgm:cxn modelId="{403214B5-380F-46CF-AA34-E33852D382A4}" type="presParOf" srcId="{DCF93C5A-0C4C-47B0-A39A-FF962C216DB5}" destId="{27BC2EC5-F89B-4E44-97CB-6A8F872BE1AF}" srcOrd="1" destOrd="0" presId="urn:microsoft.com/office/officeart/2005/8/layout/hierarchy6"/>
    <dgm:cxn modelId="{7D5CBC41-E431-42F6-A045-7DC6B600739C}" type="presParOf" srcId="{27BC2EC5-F89B-4E44-97CB-6A8F872BE1AF}" destId="{DB9AB396-6608-4FFD-ADD3-C78C02095926}" srcOrd="0" destOrd="0" presId="urn:microsoft.com/office/officeart/2005/8/layout/hierarchy6"/>
    <dgm:cxn modelId="{7AF5C2E8-F197-4005-842D-29023FE9E727}" type="presParOf" srcId="{27BC2EC5-F89B-4E44-97CB-6A8F872BE1AF}" destId="{29886FD3-CD1B-4D04-8781-F8AC1A62365D}" srcOrd="1" destOrd="0" presId="urn:microsoft.com/office/officeart/2005/8/layout/hierarchy6"/>
    <dgm:cxn modelId="{4B2C50F4-9ABA-4873-AA6F-1335354AA199}" type="presParOf" srcId="{29886FD3-CD1B-4D04-8781-F8AC1A62365D}" destId="{B77537C9-5C08-4265-8CBD-9A7923BA52D5}" srcOrd="0" destOrd="0" presId="urn:microsoft.com/office/officeart/2005/8/layout/hierarchy6"/>
    <dgm:cxn modelId="{BBA4F888-0F68-4F94-A78A-9C75FD9BCD74}" type="presParOf" srcId="{29886FD3-CD1B-4D04-8781-F8AC1A62365D}" destId="{63C00E52-8128-4557-AEDD-8539B577C02F}" srcOrd="1" destOrd="0" presId="urn:microsoft.com/office/officeart/2005/8/layout/hierarchy6"/>
    <dgm:cxn modelId="{CE85292B-1DAF-459D-A507-6E932971962B}" type="presParOf" srcId="{EF80577E-1C57-4963-8100-8C0C8C47B4FF}" destId="{571F4C28-EE27-4328-AE6D-F416B1A86701}" srcOrd="1" destOrd="0" presId="urn:microsoft.com/office/officeart/2005/8/layout/hierarchy6"/>
    <dgm:cxn modelId="{FEE3CDC4-DEA5-4A35-9ED0-004080901EFE}" type="presParOf" srcId="{571F4C28-EE27-4328-AE6D-F416B1A86701}" destId="{94D1C9E5-2C38-4E03-9D2C-C21F8B2CAD61}" srcOrd="0" destOrd="0" presId="urn:microsoft.com/office/officeart/2005/8/layout/hierarchy6"/>
    <dgm:cxn modelId="{CF98DAC9-D7E5-4AE4-B7D6-3A5177CB1920}" type="presParOf" srcId="{94D1C9E5-2C38-4E03-9D2C-C21F8B2CAD61}" destId="{39242AA7-6A16-4CBD-ABB1-23F17ACDFA94}" srcOrd="0" destOrd="0" presId="urn:microsoft.com/office/officeart/2005/8/layout/hierarchy6"/>
    <dgm:cxn modelId="{A45A2F65-7828-45E6-812F-41DAC0BAE06C}" type="presParOf" srcId="{94D1C9E5-2C38-4E03-9D2C-C21F8B2CAD61}" destId="{12F7D4B6-23A5-4ABA-A127-29AEFDE942A8}" srcOrd="1" destOrd="0" presId="urn:microsoft.com/office/officeart/2005/8/layout/hierarchy6"/>
    <dgm:cxn modelId="{4629B73C-DC27-4DBA-9F75-4EEC69AB2A35}" type="presParOf" srcId="{571F4C28-EE27-4328-AE6D-F416B1A86701}" destId="{D9AB31E5-5434-4936-81E5-6A72047908D2}" srcOrd="1" destOrd="0" presId="urn:microsoft.com/office/officeart/2005/8/layout/hierarchy6"/>
    <dgm:cxn modelId="{B6AEA03E-4709-41AD-83B5-8127277E9741}" type="presParOf" srcId="{D9AB31E5-5434-4936-81E5-6A72047908D2}" destId="{E10F1A5C-ABE9-44EF-ACB4-0878173B65E9}" srcOrd="0" destOrd="0" presId="urn:microsoft.com/office/officeart/2005/8/layout/hierarchy6"/>
    <dgm:cxn modelId="{8D6151C6-4EAA-4BF2-839F-FA4377FB6FE4}" type="presParOf" srcId="{571F4C28-EE27-4328-AE6D-F416B1A86701}" destId="{370A1B49-4F53-4BDF-9344-D0D7A1A4EB4F}" srcOrd="2" destOrd="0" presId="urn:microsoft.com/office/officeart/2005/8/layout/hierarchy6"/>
    <dgm:cxn modelId="{0F6CCCFA-E67A-4291-AB47-0AE6E2F52DC6}" type="presParOf" srcId="{370A1B49-4F53-4BDF-9344-D0D7A1A4EB4F}" destId="{3A455255-2612-415C-B9D1-AE9D85190897}" srcOrd="0" destOrd="0" presId="urn:microsoft.com/office/officeart/2005/8/layout/hierarchy6"/>
    <dgm:cxn modelId="{0068D50E-C319-49C7-B427-87BB14393865}" type="presParOf" srcId="{370A1B49-4F53-4BDF-9344-D0D7A1A4EB4F}" destId="{EC9A2A59-2770-405D-B6CA-C65045BC9754}" srcOrd="1" destOrd="0" presId="urn:microsoft.com/office/officeart/2005/8/layout/hierarchy6"/>
    <dgm:cxn modelId="{D548222A-B508-42B9-A0B7-B6F158DE0D7B}" type="presParOf" srcId="{571F4C28-EE27-4328-AE6D-F416B1A86701}" destId="{3C478E8D-0F44-42D4-99EA-C18FCB11DBA5}" srcOrd="3" destOrd="0" presId="urn:microsoft.com/office/officeart/2005/8/layout/hierarchy6"/>
    <dgm:cxn modelId="{166F7C9A-4FC5-41F8-89B7-542D3911FEA1}" type="presParOf" srcId="{3C478E8D-0F44-42D4-99EA-C18FCB11DBA5}" destId="{0A7159D7-F619-4E38-96DB-6C4BB057273F}" srcOrd="0" destOrd="0" presId="urn:microsoft.com/office/officeart/2005/8/layout/hierarchy6"/>
    <dgm:cxn modelId="{4E0B0397-42DC-4B86-A1D1-88751A1525B0}" type="presParOf" srcId="{571F4C28-EE27-4328-AE6D-F416B1A86701}" destId="{97B19EC8-8B28-4093-94BB-FCEAD6F3283A}" srcOrd="4" destOrd="0" presId="urn:microsoft.com/office/officeart/2005/8/layout/hierarchy6"/>
    <dgm:cxn modelId="{328D95E6-200A-47E2-9795-0BAAAC1903EC}" type="presParOf" srcId="{97B19EC8-8B28-4093-94BB-FCEAD6F3283A}" destId="{0000F72A-ECCA-41A5-8EB4-FF7C2C342897}" srcOrd="0" destOrd="0" presId="urn:microsoft.com/office/officeart/2005/8/layout/hierarchy6"/>
    <dgm:cxn modelId="{A889FAD8-79A3-4D42-B300-B9689547742E}" type="presParOf" srcId="{97B19EC8-8B28-4093-94BB-FCEAD6F3283A}" destId="{2B416AB4-0A46-4225-BBEF-56682B2CA9D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010D2F-6F97-46CF-AE66-57DF3BE1A2D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A77A2F6-6FED-4CF7-BF19-E2DBDA2DB93C}">
      <dgm:prSet phldrT="[テキスト]"/>
      <dgm:spPr/>
      <dgm:t>
        <a:bodyPr/>
        <a:lstStyle/>
        <a:p>
          <a:r>
            <a:rPr kumimoji="1" lang="en-US" altLang="ja-JP" b="1" dirty="0"/>
            <a:t>232</a:t>
          </a:r>
          <a:endParaRPr kumimoji="1" lang="ja-JP" altLang="en-US" b="1" dirty="0"/>
        </a:p>
      </dgm:t>
    </dgm:pt>
    <dgm:pt modelId="{B9D0920A-54D9-4646-B3CB-C644DEAD5B72}" type="par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907007FE-DDD7-44E4-8BB7-1D8181F6C367}" type="sibTrans" cxnId="{CED98308-77F4-4FA0-BC44-BA887C82E634}">
      <dgm:prSet/>
      <dgm:spPr/>
      <dgm:t>
        <a:bodyPr/>
        <a:lstStyle/>
        <a:p>
          <a:endParaRPr kumimoji="1" lang="ja-JP" altLang="en-US"/>
        </a:p>
      </dgm:t>
    </dgm:pt>
    <dgm:pt modelId="{101EFDBA-D71C-4A70-81DD-09B48EFF2ED7}">
      <dgm:prSet phldrT="[テキスト]"/>
      <dgm:spPr/>
      <dgm:t>
        <a:bodyPr/>
        <a:lstStyle/>
        <a:p>
          <a:r>
            <a:rPr kumimoji="1" lang="ja-JP" altLang="en-US" b="1" dirty="0"/>
            <a:t>実施あり   </a:t>
          </a:r>
          <a:r>
            <a:rPr kumimoji="1" lang="en-US" altLang="ja-JP" b="1" dirty="0"/>
            <a:t>73</a:t>
          </a:r>
          <a:endParaRPr kumimoji="1" lang="ja-JP" altLang="en-US" b="1" dirty="0"/>
        </a:p>
      </dgm:t>
    </dgm:pt>
    <dgm:pt modelId="{C0DE90D4-D6E2-4453-9A3F-D3D3906B9E0B}" type="par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0E59C644-D640-4707-BB6D-0FAD16374002}" type="sibTrans" cxnId="{0CD7B5F0-69A6-44E5-8284-389D576B88E9}">
      <dgm:prSet/>
      <dgm:spPr/>
      <dgm:t>
        <a:bodyPr/>
        <a:lstStyle/>
        <a:p>
          <a:endParaRPr kumimoji="1" lang="ja-JP" altLang="en-US"/>
        </a:p>
      </dgm:t>
    </dgm:pt>
    <dgm:pt modelId="{C525AEBB-653C-4CB4-97A2-6361508D9C02}">
      <dgm:prSet phldrT="[テキスト]"/>
      <dgm:spPr/>
      <dgm:t>
        <a:bodyPr/>
        <a:lstStyle/>
        <a:p>
          <a:r>
            <a:rPr kumimoji="1" lang="en-US" altLang="ja-JP" b="1" dirty="0"/>
            <a:t>8          10.9%</a:t>
          </a:r>
          <a:endParaRPr kumimoji="1" lang="ja-JP" altLang="en-US" b="1" dirty="0"/>
        </a:p>
      </dgm:t>
    </dgm:pt>
    <dgm:pt modelId="{2E136BB2-1D92-4D67-9349-7BB3196574DE}" type="par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F1526B5D-54F5-4F52-BA74-794339FFA46A}" type="sibTrans" cxnId="{D75D9D74-6786-40A6-983C-0DBF37482211}">
      <dgm:prSet/>
      <dgm:spPr/>
      <dgm:t>
        <a:bodyPr/>
        <a:lstStyle/>
        <a:p>
          <a:endParaRPr kumimoji="1" lang="ja-JP" altLang="en-US"/>
        </a:p>
      </dgm:t>
    </dgm:pt>
    <dgm:pt modelId="{2049A0CC-A38A-4781-B364-E05B02F00AB3}">
      <dgm:prSet phldrT="[テキスト]"/>
      <dgm:spPr/>
      <dgm:t>
        <a:bodyPr/>
        <a:lstStyle/>
        <a:p>
          <a:r>
            <a:rPr kumimoji="1" lang="ja-JP" altLang="en-US" b="1" dirty="0"/>
            <a:t>実施なし  </a:t>
          </a:r>
          <a:r>
            <a:rPr kumimoji="1" lang="en-US" altLang="ja-JP" b="1" dirty="0"/>
            <a:t>159</a:t>
          </a:r>
          <a:endParaRPr kumimoji="1" lang="ja-JP" altLang="en-US" b="1" dirty="0"/>
        </a:p>
      </dgm:t>
    </dgm:pt>
    <dgm:pt modelId="{12ECFC67-49BD-4958-B11C-E59774BFF732}" type="par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CAF71409-5C5A-4E77-B8C0-79A317090821}" type="sibTrans" cxnId="{2B070F74-59D2-4969-8430-28DB61F04124}">
      <dgm:prSet/>
      <dgm:spPr/>
      <dgm:t>
        <a:bodyPr/>
        <a:lstStyle/>
        <a:p>
          <a:endParaRPr kumimoji="1" lang="ja-JP" altLang="en-US"/>
        </a:p>
      </dgm:t>
    </dgm:pt>
    <dgm:pt modelId="{9AD8A9F1-B517-4F6D-803B-BD7E142F2490}">
      <dgm:prSet phldrT="[テキスト]"/>
      <dgm:spPr/>
      <dgm:t>
        <a:bodyPr/>
        <a:lstStyle/>
        <a:p>
          <a:r>
            <a:rPr kumimoji="1" lang="en-US" altLang="ja-JP" b="1" dirty="0"/>
            <a:t>12        7.5%</a:t>
          </a:r>
        </a:p>
      </dgm:t>
    </dgm:pt>
    <dgm:pt modelId="{3F31B202-B354-4BE0-BD3D-3AE23D5F2679}" type="par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E967F8DB-CDEF-405D-AA05-A39EB7B5C151}" type="sibTrans" cxnId="{633C9260-22DF-40A1-87B7-10B231C4C25C}">
      <dgm:prSet/>
      <dgm:spPr/>
      <dgm:t>
        <a:bodyPr/>
        <a:lstStyle/>
        <a:p>
          <a:endParaRPr kumimoji="1" lang="ja-JP" altLang="en-US"/>
        </a:p>
      </dgm:t>
    </dgm:pt>
    <dgm:pt modelId="{337CCC1B-0F41-46A2-9B48-7FBC8AA72753}">
      <dgm:prSet phldrT="[テキスト]"/>
      <dgm:spPr/>
      <dgm:t>
        <a:bodyPr/>
        <a:lstStyle/>
        <a:p>
          <a:r>
            <a:rPr kumimoji="1" lang="ja-JP" altLang="en-US" b="1" dirty="0"/>
            <a:t>心原性</a:t>
          </a:r>
          <a:r>
            <a:rPr kumimoji="1" lang="en-US" altLang="ja-JP" b="1" dirty="0"/>
            <a:t>CPA</a:t>
          </a:r>
        </a:p>
        <a:p>
          <a:r>
            <a:rPr kumimoji="1" lang="ja-JP" altLang="en-US" b="1" dirty="0"/>
            <a:t>傷病者数</a:t>
          </a:r>
        </a:p>
      </dgm:t>
    </dgm:pt>
    <dgm:pt modelId="{1D2C6D74-9078-440D-88CA-BC0A1DF40859}" type="par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7EB361BA-171A-4677-AC7D-03E1A1C55B4A}" type="sibTrans" cxnId="{B96606C8-FA7D-4FD3-B999-9A715ECD5B0C}">
      <dgm:prSet/>
      <dgm:spPr/>
      <dgm:t>
        <a:bodyPr/>
        <a:lstStyle/>
        <a:p>
          <a:endParaRPr kumimoji="1" lang="ja-JP" altLang="en-US"/>
        </a:p>
      </dgm:t>
    </dgm:pt>
    <dgm:pt modelId="{BDACE2C8-5366-4F6A-BC65-77D2280D0B17}">
      <dgm:prSet phldrT="[テキスト]"/>
      <dgm:spPr/>
      <dgm:t>
        <a:bodyPr/>
        <a:lstStyle/>
        <a:p>
          <a:r>
            <a:rPr kumimoji="1" lang="ja-JP" altLang="en-US" b="1" dirty="0"/>
            <a:t>一般市民の心肺蘇生の実施別</a:t>
          </a:r>
        </a:p>
      </dgm:t>
    </dgm:pt>
    <dgm:pt modelId="{CAE8F549-FFD6-40BE-B807-1E1157ADF35E}" type="par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1EB62953-3B2B-4587-B741-0D18ED7E74BB}" type="sibTrans" cxnId="{4CB30555-9DEB-4CF6-A1AD-23C8A49750CB}">
      <dgm:prSet/>
      <dgm:spPr/>
      <dgm:t>
        <a:bodyPr/>
        <a:lstStyle/>
        <a:p>
          <a:endParaRPr kumimoji="1" lang="ja-JP" altLang="en-US"/>
        </a:p>
      </dgm:t>
    </dgm:pt>
    <dgm:pt modelId="{6D514CBB-FCF4-4695-A401-FF1C0F2A6BAC}">
      <dgm:prSet phldrT="[テキスト]"/>
      <dgm:spPr/>
      <dgm:t>
        <a:bodyPr/>
        <a:lstStyle/>
        <a:p>
          <a:r>
            <a:rPr kumimoji="1" lang="ja-JP" altLang="en-US" b="1" dirty="0"/>
            <a:t>１カ月後生存者数</a:t>
          </a:r>
        </a:p>
      </dgm:t>
    </dgm:pt>
    <dgm:pt modelId="{D5E9A775-B368-47AB-9848-47FAC46F9CB6}" type="par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04E33368-2067-477F-98FF-EDF72F51F6AF}" type="sibTrans" cxnId="{A91202CF-087B-4C1A-95A2-C2BE78AF9B07}">
      <dgm:prSet/>
      <dgm:spPr/>
      <dgm:t>
        <a:bodyPr/>
        <a:lstStyle/>
        <a:p>
          <a:endParaRPr kumimoji="1" lang="ja-JP" altLang="en-US"/>
        </a:p>
      </dgm:t>
    </dgm:pt>
    <dgm:pt modelId="{EF80577E-1C57-4963-8100-8C0C8C47B4FF}" type="pres">
      <dgm:prSet presAssocID="{F4010D2F-6F97-46CF-AE66-57DF3BE1A2D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46561D-8CF0-4931-8FBA-1741851A6ED7}" type="pres">
      <dgm:prSet presAssocID="{F4010D2F-6F97-46CF-AE66-57DF3BE1A2D3}" presName="hierFlow" presStyleCnt="0"/>
      <dgm:spPr/>
    </dgm:pt>
    <dgm:pt modelId="{B91D3DAB-142D-4D49-BB62-1C090C3FB8E2}" type="pres">
      <dgm:prSet presAssocID="{F4010D2F-6F97-46CF-AE66-57DF3BE1A2D3}" presName="firstBuf" presStyleCnt="0"/>
      <dgm:spPr/>
    </dgm:pt>
    <dgm:pt modelId="{E053C9E9-313D-4CD2-85F2-7492A09F1B53}" type="pres">
      <dgm:prSet presAssocID="{F4010D2F-6F97-46CF-AE66-57DF3BE1A2D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D70B71F-12AC-4DD5-BDAD-4E064608CEA0}" type="pres">
      <dgm:prSet presAssocID="{FA77A2F6-6FED-4CF7-BF19-E2DBDA2DB93C}" presName="Name14" presStyleCnt="0"/>
      <dgm:spPr/>
    </dgm:pt>
    <dgm:pt modelId="{5E16DC39-C5C5-464B-B86D-1AB640387826}" type="pres">
      <dgm:prSet presAssocID="{FA77A2F6-6FED-4CF7-BF19-E2DBDA2DB93C}" presName="level1Shape" presStyleLbl="node0" presStyleIdx="0" presStyleCnt="1">
        <dgm:presLayoutVars>
          <dgm:chPref val="3"/>
        </dgm:presLayoutVars>
      </dgm:prSet>
      <dgm:spPr/>
    </dgm:pt>
    <dgm:pt modelId="{C30EB438-9BED-45E5-9656-30204AE0DDFD}" type="pres">
      <dgm:prSet presAssocID="{FA77A2F6-6FED-4CF7-BF19-E2DBDA2DB93C}" presName="hierChild2" presStyleCnt="0"/>
      <dgm:spPr/>
    </dgm:pt>
    <dgm:pt modelId="{A646E0EC-220A-4941-B174-E025B143983D}" type="pres">
      <dgm:prSet presAssocID="{C0DE90D4-D6E2-4453-9A3F-D3D3906B9E0B}" presName="Name19" presStyleLbl="parChTrans1D2" presStyleIdx="0" presStyleCnt="2"/>
      <dgm:spPr/>
    </dgm:pt>
    <dgm:pt modelId="{7128308A-FAE7-4014-AA52-4A48998608B6}" type="pres">
      <dgm:prSet presAssocID="{101EFDBA-D71C-4A70-81DD-09B48EFF2ED7}" presName="Name21" presStyleCnt="0"/>
      <dgm:spPr/>
    </dgm:pt>
    <dgm:pt modelId="{C907E1FA-8FAA-4F54-A513-AE4529DFA300}" type="pres">
      <dgm:prSet presAssocID="{101EFDBA-D71C-4A70-81DD-09B48EFF2ED7}" presName="level2Shape" presStyleLbl="node2" presStyleIdx="0" presStyleCnt="2"/>
      <dgm:spPr/>
    </dgm:pt>
    <dgm:pt modelId="{1A570190-9B14-4F13-B6C8-2DA85ABD5723}" type="pres">
      <dgm:prSet presAssocID="{101EFDBA-D71C-4A70-81DD-09B48EFF2ED7}" presName="hierChild3" presStyleCnt="0"/>
      <dgm:spPr/>
    </dgm:pt>
    <dgm:pt modelId="{B75A503E-3BFA-42C3-A259-663820AA1022}" type="pres">
      <dgm:prSet presAssocID="{2E136BB2-1D92-4D67-9349-7BB3196574DE}" presName="Name19" presStyleLbl="parChTrans1D3" presStyleIdx="0" presStyleCnt="2"/>
      <dgm:spPr/>
    </dgm:pt>
    <dgm:pt modelId="{B8EE908D-8CD2-4819-854B-7A43038D815A}" type="pres">
      <dgm:prSet presAssocID="{C525AEBB-653C-4CB4-97A2-6361508D9C02}" presName="Name21" presStyleCnt="0"/>
      <dgm:spPr/>
    </dgm:pt>
    <dgm:pt modelId="{8DFDF14A-15ED-4039-846C-625BC1A63CFF}" type="pres">
      <dgm:prSet presAssocID="{C525AEBB-653C-4CB4-97A2-6361508D9C02}" presName="level2Shape" presStyleLbl="node3" presStyleIdx="0" presStyleCnt="2"/>
      <dgm:spPr/>
    </dgm:pt>
    <dgm:pt modelId="{C0D3A64B-87F4-464C-8E04-1CE90A81E5B5}" type="pres">
      <dgm:prSet presAssocID="{C525AEBB-653C-4CB4-97A2-6361508D9C02}" presName="hierChild3" presStyleCnt="0"/>
      <dgm:spPr/>
    </dgm:pt>
    <dgm:pt modelId="{AEF464F0-4251-441F-8B82-D386144688A1}" type="pres">
      <dgm:prSet presAssocID="{12ECFC67-49BD-4958-B11C-E59774BFF732}" presName="Name19" presStyleLbl="parChTrans1D2" presStyleIdx="1" presStyleCnt="2"/>
      <dgm:spPr/>
    </dgm:pt>
    <dgm:pt modelId="{DCF93C5A-0C4C-47B0-A39A-FF962C216DB5}" type="pres">
      <dgm:prSet presAssocID="{2049A0CC-A38A-4781-B364-E05B02F00AB3}" presName="Name21" presStyleCnt="0"/>
      <dgm:spPr/>
    </dgm:pt>
    <dgm:pt modelId="{BC015BFA-669A-4DD4-B63B-EB334844DB64}" type="pres">
      <dgm:prSet presAssocID="{2049A0CC-A38A-4781-B364-E05B02F00AB3}" presName="level2Shape" presStyleLbl="node2" presStyleIdx="1" presStyleCnt="2"/>
      <dgm:spPr/>
    </dgm:pt>
    <dgm:pt modelId="{27BC2EC5-F89B-4E44-97CB-6A8F872BE1AF}" type="pres">
      <dgm:prSet presAssocID="{2049A0CC-A38A-4781-B364-E05B02F00AB3}" presName="hierChild3" presStyleCnt="0"/>
      <dgm:spPr/>
    </dgm:pt>
    <dgm:pt modelId="{DB9AB396-6608-4FFD-ADD3-C78C02095926}" type="pres">
      <dgm:prSet presAssocID="{3F31B202-B354-4BE0-BD3D-3AE23D5F2679}" presName="Name19" presStyleLbl="parChTrans1D3" presStyleIdx="1" presStyleCnt="2"/>
      <dgm:spPr/>
    </dgm:pt>
    <dgm:pt modelId="{29886FD3-CD1B-4D04-8781-F8AC1A62365D}" type="pres">
      <dgm:prSet presAssocID="{9AD8A9F1-B517-4F6D-803B-BD7E142F2490}" presName="Name21" presStyleCnt="0"/>
      <dgm:spPr/>
    </dgm:pt>
    <dgm:pt modelId="{B77537C9-5C08-4265-8CBD-9A7923BA52D5}" type="pres">
      <dgm:prSet presAssocID="{9AD8A9F1-B517-4F6D-803B-BD7E142F2490}" presName="level2Shape" presStyleLbl="node3" presStyleIdx="1" presStyleCnt="2"/>
      <dgm:spPr/>
    </dgm:pt>
    <dgm:pt modelId="{63C00E52-8128-4557-AEDD-8539B577C02F}" type="pres">
      <dgm:prSet presAssocID="{9AD8A9F1-B517-4F6D-803B-BD7E142F2490}" presName="hierChild3" presStyleCnt="0"/>
      <dgm:spPr/>
    </dgm:pt>
    <dgm:pt modelId="{571F4C28-EE27-4328-AE6D-F416B1A86701}" type="pres">
      <dgm:prSet presAssocID="{F4010D2F-6F97-46CF-AE66-57DF3BE1A2D3}" presName="bgShapesFlow" presStyleCnt="0"/>
      <dgm:spPr/>
    </dgm:pt>
    <dgm:pt modelId="{94D1C9E5-2C38-4E03-9D2C-C21F8B2CAD61}" type="pres">
      <dgm:prSet presAssocID="{337CCC1B-0F41-46A2-9B48-7FBC8AA72753}" presName="rectComp" presStyleCnt="0"/>
      <dgm:spPr/>
    </dgm:pt>
    <dgm:pt modelId="{39242AA7-6A16-4CBD-ABB1-23F17ACDFA94}" type="pres">
      <dgm:prSet presAssocID="{337CCC1B-0F41-46A2-9B48-7FBC8AA72753}" presName="bgRect" presStyleLbl="bgShp" presStyleIdx="0" presStyleCnt="3"/>
      <dgm:spPr/>
    </dgm:pt>
    <dgm:pt modelId="{12F7D4B6-23A5-4ABA-A127-29AEFDE942A8}" type="pres">
      <dgm:prSet presAssocID="{337CCC1B-0F41-46A2-9B48-7FBC8AA72753}" presName="bgRectTx" presStyleLbl="bgShp" presStyleIdx="0" presStyleCnt="3">
        <dgm:presLayoutVars>
          <dgm:bulletEnabled val="1"/>
        </dgm:presLayoutVars>
      </dgm:prSet>
      <dgm:spPr/>
    </dgm:pt>
    <dgm:pt modelId="{D9AB31E5-5434-4936-81E5-6A72047908D2}" type="pres">
      <dgm:prSet presAssocID="{337CCC1B-0F41-46A2-9B48-7FBC8AA72753}" presName="spComp" presStyleCnt="0"/>
      <dgm:spPr/>
    </dgm:pt>
    <dgm:pt modelId="{E10F1A5C-ABE9-44EF-ACB4-0878173B65E9}" type="pres">
      <dgm:prSet presAssocID="{337CCC1B-0F41-46A2-9B48-7FBC8AA72753}" presName="vSp" presStyleCnt="0"/>
      <dgm:spPr/>
    </dgm:pt>
    <dgm:pt modelId="{370A1B49-4F53-4BDF-9344-D0D7A1A4EB4F}" type="pres">
      <dgm:prSet presAssocID="{BDACE2C8-5366-4F6A-BC65-77D2280D0B17}" presName="rectComp" presStyleCnt="0"/>
      <dgm:spPr/>
    </dgm:pt>
    <dgm:pt modelId="{3A455255-2612-415C-B9D1-AE9D85190897}" type="pres">
      <dgm:prSet presAssocID="{BDACE2C8-5366-4F6A-BC65-77D2280D0B17}" presName="bgRect" presStyleLbl="bgShp" presStyleIdx="1" presStyleCnt="3" custLinFactNeighborX="-391" custLinFactNeighborY="-2947"/>
      <dgm:spPr/>
    </dgm:pt>
    <dgm:pt modelId="{EC9A2A59-2770-405D-B6CA-C65045BC9754}" type="pres">
      <dgm:prSet presAssocID="{BDACE2C8-5366-4F6A-BC65-77D2280D0B17}" presName="bgRectTx" presStyleLbl="bgShp" presStyleIdx="1" presStyleCnt="3">
        <dgm:presLayoutVars>
          <dgm:bulletEnabled val="1"/>
        </dgm:presLayoutVars>
      </dgm:prSet>
      <dgm:spPr/>
    </dgm:pt>
    <dgm:pt modelId="{3C478E8D-0F44-42D4-99EA-C18FCB11DBA5}" type="pres">
      <dgm:prSet presAssocID="{BDACE2C8-5366-4F6A-BC65-77D2280D0B17}" presName="spComp" presStyleCnt="0"/>
      <dgm:spPr/>
    </dgm:pt>
    <dgm:pt modelId="{0A7159D7-F619-4E38-96DB-6C4BB057273F}" type="pres">
      <dgm:prSet presAssocID="{BDACE2C8-5366-4F6A-BC65-77D2280D0B17}" presName="vSp" presStyleCnt="0"/>
      <dgm:spPr/>
    </dgm:pt>
    <dgm:pt modelId="{97B19EC8-8B28-4093-94BB-FCEAD6F3283A}" type="pres">
      <dgm:prSet presAssocID="{6D514CBB-FCF4-4695-A401-FF1C0F2A6BAC}" presName="rectComp" presStyleCnt="0"/>
      <dgm:spPr/>
    </dgm:pt>
    <dgm:pt modelId="{0000F72A-ECCA-41A5-8EB4-FF7C2C342897}" type="pres">
      <dgm:prSet presAssocID="{6D514CBB-FCF4-4695-A401-FF1C0F2A6BAC}" presName="bgRect" presStyleLbl="bgShp" presStyleIdx="2" presStyleCnt="3"/>
      <dgm:spPr/>
    </dgm:pt>
    <dgm:pt modelId="{2B416AB4-0A46-4225-BBEF-56682B2CA9D8}" type="pres">
      <dgm:prSet presAssocID="{6D514CBB-FCF4-4695-A401-FF1C0F2A6BA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ED98308-77F4-4FA0-BC44-BA887C82E634}" srcId="{F4010D2F-6F97-46CF-AE66-57DF3BE1A2D3}" destId="{FA77A2F6-6FED-4CF7-BF19-E2DBDA2DB93C}" srcOrd="0" destOrd="0" parTransId="{B9D0920A-54D9-4646-B3CB-C644DEAD5B72}" sibTransId="{907007FE-DDD7-44E4-8BB7-1D8181F6C367}"/>
    <dgm:cxn modelId="{00346222-C914-4230-BC3B-9F571CF9ED09}" type="presOf" srcId="{2049A0CC-A38A-4781-B364-E05B02F00AB3}" destId="{BC015BFA-669A-4DD4-B63B-EB334844DB64}" srcOrd="0" destOrd="0" presId="urn:microsoft.com/office/officeart/2005/8/layout/hierarchy6"/>
    <dgm:cxn modelId="{81476322-6786-446A-8EC7-0780A7283282}" type="presOf" srcId="{2E136BB2-1D92-4D67-9349-7BB3196574DE}" destId="{B75A503E-3BFA-42C3-A259-663820AA1022}" srcOrd="0" destOrd="0" presId="urn:microsoft.com/office/officeart/2005/8/layout/hierarchy6"/>
    <dgm:cxn modelId="{4E936324-2E27-4CE4-AF4E-D2A31899689E}" type="presOf" srcId="{9AD8A9F1-B517-4F6D-803B-BD7E142F2490}" destId="{B77537C9-5C08-4265-8CBD-9A7923BA52D5}" srcOrd="0" destOrd="0" presId="urn:microsoft.com/office/officeart/2005/8/layout/hierarchy6"/>
    <dgm:cxn modelId="{E3CB8F3D-4240-4139-AB96-495D855845EF}" type="presOf" srcId="{BDACE2C8-5366-4F6A-BC65-77D2280D0B17}" destId="{3A455255-2612-415C-B9D1-AE9D85190897}" srcOrd="0" destOrd="0" presId="urn:microsoft.com/office/officeart/2005/8/layout/hierarchy6"/>
    <dgm:cxn modelId="{633C9260-22DF-40A1-87B7-10B231C4C25C}" srcId="{2049A0CC-A38A-4781-B364-E05B02F00AB3}" destId="{9AD8A9F1-B517-4F6D-803B-BD7E142F2490}" srcOrd="0" destOrd="0" parTransId="{3F31B202-B354-4BE0-BD3D-3AE23D5F2679}" sibTransId="{E967F8DB-CDEF-405D-AA05-A39EB7B5C151}"/>
    <dgm:cxn modelId="{33C7E442-9330-433E-93C0-8BBD0DC9F934}" type="presOf" srcId="{337CCC1B-0F41-46A2-9B48-7FBC8AA72753}" destId="{39242AA7-6A16-4CBD-ABB1-23F17ACDFA94}" srcOrd="0" destOrd="0" presId="urn:microsoft.com/office/officeart/2005/8/layout/hierarchy6"/>
    <dgm:cxn modelId="{E3B37B63-E95A-4CCC-BF81-6EC59D940115}" type="presOf" srcId="{3F31B202-B354-4BE0-BD3D-3AE23D5F2679}" destId="{DB9AB396-6608-4FFD-ADD3-C78C02095926}" srcOrd="0" destOrd="0" presId="urn:microsoft.com/office/officeart/2005/8/layout/hierarchy6"/>
    <dgm:cxn modelId="{2B070F74-59D2-4969-8430-28DB61F04124}" srcId="{FA77A2F6-6FED-4CF7-BF19-E2DBDA2DB93C}" destId="{2049A0CC-A38A-4781-B364-E05B02F00AB3}" srcOrd="1" destOrd="0" parTransId="{12ECFC67-49BD-4958-B11C-E59774BFF732}" sibTransId="{CAF71409-5C5A-4E77-B8C0-79A317090821}"/>
    <dgm:cxn modelId="{D75D9D74-6786-40A6-983C-0DBF37482211}" srcId="{101EFDBA-D71C-4A70-81DD-09B48EFF2ED7}" destId="{C525AEBB-653C-4CB4-97A2-6361508D9C02}" srcOrd="0" destOrd="0" parTransId="{2E136BB2-1D92-4D67-9349-7BB3196574DE}" sibTransId="{F1526B5D-54F5-4F52-BA74-794339FFA46A}"/>
    <dgm:cxn modelId="{4CB30555-9DEB-4CF6-A1AD-23C8A49750CB}" srcId="{F4010D2F-6F97-46CF-AE66-57DF3BE1A2D3}" destId="{BDACE2C8-5366-4F6A-BC65-77D2280D0B17}" srcOrd="2" destOrd="0" parTransId="{CAE8F549-FFD6-40BE-B807-1E1157ADF35E}" sibTransId="{1EB62953-3B2B-4587-B741-0D18ED7E74BB}"/>
    <dgm:cxn modelId="{5D0A667C-97C2-43D1-8065-78C29ECD8CD3}" type="presOf" srcId="{F4010D2F-6F97-46CF-AE66-57DF3BE1A2D3}" destId="{EF80577E-1C57-4963-8100-8C0C8C47B4FF}" srcOrd="0" destOrd="0" presId="urn:microsoft.com/office/officeart/2005/8/layout/hierarchy6"/>
    <dgm:cxn modelId="{F4549182-E64E-4141-9EF5-B41E934F76FC}" type="presOf" srcId="{C525AEBB-653C-4CB4-97A2-6361508D9C02}" destId="{8DFDF14A-15ED-4039-846C-625BC1A63CFF}" srcOrd="0" destOrd="0" presId="urn:microsoft.com/office/officeart/2005/8/layout/hierarchy6"/>
    <dgm:cxn modelId="{1B62B38B-DD49-4361-A16C-16D9C794F981}" type="presOf" srcId="{6D514CBB-FCF4-4695-A401-FF1C0F2A6BAC}" destId="{2B416AB4-0A46-4225-BBEF-56682B2CA9D8}" srcOrd="1" destOrd="0" presId="urn:microsoft.com/office/officeart/2005/8/layout/hierarchy6"/>
    <dgm:cxn modelId="{044E9C97-4FF9-467E-8D9F-9A6A0F266C56}" type="presOf" srcId="{337CCC1B-0F41-46A2-9B48-7FBC8AA72753}" destId="{12F7D4B6-23A5-4ABA-A127-29AEFDE942A8}" srcOrd="1" destOrd="0" presId="urn:microsoft.com/office/officeart/2005/8/layout/hierarchy6"/>
    <dgm:cxn modelId="{7B6735A3-F62F-425A-B72D-E71BF4EB4FA9}" type="presOf" srcId="{FA77A2F6-6FED-4CF7-BF19-E2DBDA2DB93C}" destId="{5E16DC39-C5C5-464B-B86D-1AB640387826}" srcOrd="0" destOrd="0" presId="urn:microsoft.com/office/officeart/2005/8/layout/hierarchy6"/>
    <dgm:cxn modelId="{B96606C8-FA7D-4FD3-B999-9A715ECD5B0C}" srcId="{F4010D2F-6F97-46CF-AE66-57DF3BE1A2D3}" destId="{337CCC1B-0F41-46A2-9B48-7FBC8AA72753}" srcOrd="1" destOrd="0" parTransId="{1D2C6D74-9078-440D-88CA-BC0A1DF40859}" sibTransId="{7EB361BA-171A-4677-AC7D-03E1A1C55B4A}"/>
    <dgm:cxn modelId="{B81AC5CA-45A7-40A8-A764-4443413D64A4}" type="presOf" srcId="{6D514CBB-FCF4-4695-A401-FF1C0F2A6BAC}" destId="{0000F72A-ECCA-41A5-8EB4-FF7C2C342897}" srcOrd="0" destOrd="0" presId="urn:microsoft.com/office/officeart/2005/8/layout/hierarchy6"/>
    <dgm:cxn modelId="{A91202CF-087B-4C1A-95A2-C2BE78AF9B07}" srcId="{F4010D2F-6F97-46CF-AE66-57DF3BE1A2D3}" destId="{6D514CBB-FCF4-4695-A401-FF1C0F2A6BAC}" srcOrd="3" destOrd="0" parTransId="{D5E9A775-B368-47AB-9848-47FAC46F9CB6}" sibTransId="{04E33368-2067-477F-98FF-EDF72F51F6AF}"/>
    <dgm:cxn modelId="{9B8B30D1-1ADB-4DB7-A7FA-FCE1B0218ADB}" type="presOf" srcId="{C0DE90D4-D6E2-4453-9A3F-D3D3906B9E0B}" destId="{A646E0EC-220A-4941-B174-E025B143983D}" srcOrd="0" destOrd="0" presId="urn:microsoft.com/office/officeart/2005/8/layout/hierarchy6"/>
    <dgm:cxn modelId="{D50AD8E0-5C1C-4B1E-AB54-91D68F1DC1DE}" type="presOf" srcId="{12ECFC67-49BD-4958-B11C-E59774BFF732}" destId="{AEF464F0-4251-441F-8B82-D386144688A1}" srcOrd="0" destOrd="0" presId="urn:microsoft.com/office/officeart/2005/8/layout/hierarchy6"/>
    <dgm:cxn modelId="{0CD7B5F0-69A6-44E5-8284-389D576B88E9}" srcId="{FA77A2F6-6FED-4CF7-BF19-E2DBDA2DB93C}" destId="{101EFDBA-D71C-4A70-81DD-09B48EFF2ED7}" srcOrd="0" destOrd="0" parTransId="{C0DE90D4-D6E2-4453-9A3F-D3D3906B9E0B}" sibTransId="{0E59C644-D640-4707-BB6D-0FAD16374002}"/>
    <dgm:cxn modelId="{BE3E92F9-5194-4F76-A54F-D51E0FC2DD9B}" type="presOf" srcId="{BDACE2C8-5366-4F6A-BC65-77D2280D0B17}" destId="{EC9A2A59-2770-405D-B6CA-C65045BC9754}" srcOrd="1" destOrd="0" presId="urn:microsoft.com/office/officeart/2005/8/layout/hierarchy6"/>
    <dgm:cxn modelId="{AB9A87FF-84EB-4EC8-8E32-1BEB7E117D1D}" type="presOf" srcId="{101EFDBA-D71C-4A70-81DD-09B48EFF2ED7}" destId="{C907E1FA-8FAA-4F54-A513-AE4529DFA300}" srcOrd="0" destOrd="0" presId="urn:microsoft.com/office/officeart/2005/8/layout/hierarchy6"/>
    <dgm:cxn modelId="{D2ED1B74-3F65-4BA9-96F5-7686A4D3D5D4}" type="presParOf" srcId="{EF80577E-1C57-4963-8100-8C0C8C47B4FF}" destId="{4F46561D-8CF0-4931-8FBA-1741851A6ED7}" srcOrd="0" destOrd="0" presId="urn:microsoft.com/office/officeart/2005/8/layout/hierarchy6"/>
    <dgm:cxn modelId="{4FA65CC6-D68D-4A6B-A9D2-0C966C88771C}" type="presParOf" srcId="{4F46561D-8CF0-4931-8FBA-1741851A6ED7}" destId="{B91D3DAB-142D-4D49-BB62-1C090C3FB8E2}" srcOrd="0" destOrd="0" presId="urn:microsoft.com/office/officeart/2005/8/layout/hierarchy6"/>
    <dgm:cxn modelId="{D5B282A9-4BD0-47EF-926D-E49891969379}" type="presParOf" srcId="{4F46561D-8CF0-4931-8FBA-1741851A6ED7}" destId="{E053C9E9-313D-4CD2-85F2-7492A09F1B53}" srcOrd="1" destOrd="0" presId="urn:microsoft.com/office/officeart/2005/8/layout/hierarchy6"/>
    <dgm:cxn modelId="{826C09E7-4F28-46F9-9E20-18157B009252}" type="presParOf" srcId="{E053C9E9-313D-4CD2-85F2-7492A09F1B53}" destId="{0D70B71F-12AC-4DD5-BDAD-4E064608CEA0}" srcOrd="0" destOrd="0" presId="urn:microsoft.com/office/officeart/2005/8/layout/hierarchy6"/>
    <dgm:cxn modelId="{01243291-2F66-4D9F-AB8B-9D9AA1541254}" type="presParOf" srcId="{0D70B71F-12AC-4DD5-BDAD-4E064608CEA0}" destId="{5E16DC39-C5C5-464B-B86D-1AB640387826}" srcOrd="0" destOrd="0" presId="urn:microsoft.com/office/officeart/2005/8/layout/hierarchy6"/>
    <dgm:cxn modelId="{E4A3955D-8EBF-462B-AB59-EC6616A7F57C}" type="presParOf" srcId="{0D70B71F-12AC-4DD5-BDAD-4E064608CEA0}" destId="{C30EB438-9BED-45E5-9656-30204AE0DDFD}" srcOrd="1" destOrd="0" presId="urn:microsoft.com/office/officeart/2005/8/layout/hierarchy6"/>
    <dgm:cxn modelId="{24FC644C-9E11-4B0A-A642-EBABC1B0E4B1}" type="presParOf" srcId="{C30EB438-9BED-45E5-9656-30204AE0DDFD}" destId="{A646E0EC-220A-4941-B174-E025B143983D}" srcOrd="0" destOrd="0" presId="urn:microsoft.com/office/officeart/2005/8/layout/hierarchy6"/>
    <dgm:cxn modelId="{57EF3786-6D75-4701-BF2A-2D92482D8877}" type="presParOf" srcId="{C30EB438-9BED-45E5-9656-30204AE0DDFD}" destId="{7128308A-FAE7-4014-AA52-4A48998608B6}" srcOrd="1" destOrd="0" presId="urn:microsoft.com/office/officeart/2005/8/layout/hierarchy6"/>
    <dgm:cxn modelId="{9B907C37-6DBE-4EE1-9E15-A91B5B424742}" type="presParOf" srcId="{7128308A-FAE7-4014-AA52-4A48998608B6}" destId="{C907E1FA-8FAA-4F54-A513-AE4529DFA300}" srcOrd="0" destOrd="0" presId="urn:microsoft.com/office/officeart/2005/8/layout/hierarchy6"/>
    <dgm:cxn modelId="{CE9A98FF-BA3B-4707-B61D-EB2E87C1BEC5}" type="presParOf" srcId="{7128308A-FAE7-4014-AA52-4A48998608B6}" destId="{1A570190-9B14-4F13-B6C8-2DA85ABD5723}" srcOrd="1" destOrd="0" presId="urn:microsoft.com/office/officeart/2005/8/layout/hierarchy6"/>
    <dgm:cxn modelId="{9D4D2805-C64F-4D17-B9EC-98A0E339D2F4}" type="presParOf" srcId="{1A570190-9B14-4F13-B6C8-2DA85ABD5723}" destId="{B75A503E-3BFA-42C3-A259-663820AA1022}" srcOrd="0" destOrd="0" presId="urn:microsoft.com/office/officeart/2005/8/layout/hierarchy6"/>
    <dgm:cxn modelId="{161504AF-9577-478C-9BCA-CE2C7F8D1D4D}" type="presParOf" srcId="{1A570190-9B14-4F13-B6C8-2DA85ABD5723}" destId="{B8EE908D-8CD2-4819-854B-7A43038D815A}" srcOrd="1" destOrd="0" presId="urn:microsoft.com/office/officeart/2005/8/layout/hierarchy6"/>
    <dgm:cxn modelId="{E260F39E-A51B-4648-8BFF-97FAF9942B2D}" type="presParOf" srcId="{B8EE908D-8CD2-4819-854B-7A43038D815A}" destId="{8DFDF14A-15ED-4039-846C-625BC1A63CFF}" srcOrd="0" destOrd="0" presId="urn:microsoft.com/office/officeart/2005/8/layout/hierarchy6"/>
    <dgm:cxn modelId="{DB6FFA7B-F128-40AC-B1ED-106AAE5BA386}" type="presParOf" srcId="{B8EE908D-8CD2-4819-854B-7A43038D815A}" destId="{C0D3A64B-87F4-464C-8E04-1CE90A81E5B5}" srcOrd="1" destOrd="0" presId="urn:microsoft.com/office/officeart/2005/8/layout/hierarchy6"/>
    <dgm:cxn modelId="{D83DC380-1BC2-4DC0-A049-4E4DB66B3C27}" type="presParOf" srcId="{C30EB438-9BED-45E5-9656-30204AE0DDFD}" destId="{AEF464F0-4251-441F-8B82-D386144688A1}" srcOrd="2" destOrd="0" presId="urn:microsoft.com/office/officeart/2005/8/layout/hierarchy6"/>
    <dgm:cxn modelId="{0BC27F22-6F67-4C15-AD7E-ABA12331BA5D}" type="presParOf" srcId="{C30EB438-9BED-45E5-9656-30204AE0DDFD}" destId="{DCF93C5A-0C4C-47B0-A39A-FF962C216DB5}" srcOrd="3" destOrd="0" presId="urn:microsoft.com/office/officeart/2005/8/layout/hierarchy6"/>
    <dgm:cxn modelId="{F0C5B23E-9AC7-4A3E-80B8-4CEE5FC6C5B0}" type="presParOf" srcId="{DCF93C5A-0C4C-47B0-A39A-FF962C216DB5}" destId="{BC015BFA-669A-4DD4-B63B-EB334844DB64}" srcOrd="0" destOrd="0" presId="urn:microsoft.com/office/officeart/2005/8/layout/hierarchy6"/>
    <dgm:cxn modelId="{403214B5-380F-46CF-AA34-E33852D382A4}" type="presParOf" srcId="{DCF93C5A-0C4C-47B0-A39A-FF962C216DB5}" destId="{27BC2EC5-F89B-4E44-97CB-6A8F872BE1AF}" srcOrd="1" destOrd="0" presId="urn:microsoft.com/office/officeart/2005/8/layout/hierarchy6"/>
    <dgm:cxn modelId="{7D5CBC41-E431-42F6-A045-7DC6B600739C}" type="presParOf" srcId="{27BC2EC5-F89B-4E44-97CB-6A8F872BE1AF}" destId="{DB9AB396-6608-4FFD-ADD3-C78C02095926}" srcOrd="0" destOrd="0" presId="urn:microsoft.com/office/officeart/2005/8/layout/hierarchy6"/>
    <dgm:cxn modelId="{7AF5C2E8-F197-4005-842D-29023FE9E727}" type="presParOf" srcId="{27BC2EC5-F89B-4E44-97CB-6A8F872BE1AF}" destId="{29886FD3-CD1B-4D04-8781-F8AC1A62365D}" srcOrd="1" destOrd="0" presId="urn:microsoft.com/office/officeart/2005/8/layout/hierarchy6"/>
    <dgm:cxn modelId="{4B2C50F4-9ABA-4873-AA6F-1335354AA199}" type="presParOf" srcId="{29886FD3-CD1B-4D04-8781-F8AC1A62365D}" destId="{B77537C9-5C08-4265-8CBD-9A7923BA52D5}" srcOrd="0" destOrd="0" presId="urn:microsoft.com/office/officeart/2005/8/layout/hierarchy6"/>
    <dgm:cxn modelId="{BBA4F888-0F68-4F94-A78A-9C75FD9BCD74}" type="presParOf" srcId="{29886FD3-CD1B-4D04-8781-F8AC1A62365D}" destId="{63C00E52-8128-4557-AEDD-8539B577C02F}" srcOrd="1" destOrd="0" presId="urn:microsoft.com/office/officeart/2005/8/layout/hierarchy6"/>
    <dgm:cxn modelId="{CE85292B-1DAF-459D-A507-6E932971962B}" type="presParOf" srcId="{EF80577E-1C57-4963-8100-8C0C8C47B4FF}" destId="{571F4C28-EE27-4328-AE6D-F416B1A86701}" srcOrd="1" destOrd="0" presId="urn:microsoft.com/office/officeart/2005/8/layout/hierarchy6"/>
    <dgm:cxn modelId="{FEE3CDC4-DEA5-4A35-9ED0-004080901EFE}" type="presParOf" srcId="{571F4C28-EE27-4328-AE6D-F416B1A86701}" destId="{94D1C9E5-2C38-4E03-9D2C-C21F8B2CAD61}" srcOrd="0" destOrd="0" presId="urn:microsoft.com/office/officeart/2005/8/layout/hierarchy6"/>
    <dgm:cxn modelId="{CF98DAC9-D7E5-4AE4-B7D6-3A5177CB1920}" type="presParOf" srcId="{94D1C9E5-2C38-4E03-9D2C-C21F8B2CAD61}" destId="{39242AA7-6A16-4CBD-ABB1-23F17ACDFA94}" srcOrd="0" destOrd="0" presId="urn:microsoft.com/office/officeart/2005/8/layout/hierarchy6"/>
    <dgm:cxn modelId="{A45A2F65-7828-45E6-812F-41DAC0BAE06C}" type="presParOf" srcId="{94D1C9E5-2C38-4E03-9D2C-C21F8B2CAD61}" destId="{12F7D4B6-23A5-4ABA-A127-29AEFDE942A8}" srcOrd="1" destOrd="0" presId="urn:microsoft.com/office/officeart/2005/8/layout/hierarchy6"/>
    <dgm:cxn modelId="{4629B73C-DC27-4DBA-9F75-4EEC69AB2A35}" type="presParOf" srcId="{571F4C28-EE27-4328-AE6D-F416B1A86701}" destId="{D9AB31E5-5434-4936-81E5-6A72047908D2}" srcOrd="1" destOrd="0" presId="urn:microsoft.com/office/officeart/2005/8/layout/hierarchy6"/>
    <dgm:cxn modelId="{B6AEA03E-4709-41AD-83B5-8127277E9741}" type="presParOf" srcId="{D9AB31E5-5434-4936-81E5-6A72047908D2}" destId="{E10F1A5C-ABE9-44EF-ACB4-0878173B65E9}" srcOrd="0" destOrd="0" presId="urn:microsoft.com/office/officeart/2005/8/layout/hierarchy6"/>
    <dgm:cxn modelId="{8D6151C6-4EAA-4BF2-839F-FA4377FB6FE4}" type="presParOf" srcId="{571F4C28-EE27-4328-AE6D-F416B1A86701}" destId="{370A1B49-4F53-4BDF-9344-D0D7A1A4EB4F}" srcOrd="2" destOrd="0" presId="urn:microsoft.com/office/officeart/2005/8/layout/hierarchy6"/>
    <dgm:cxn modelId="{0F6CCCFA-E67A-4291-AB47-0AE6E2F52DC6}" type="presParOf" srcId="{370A1B49-4F53-4BDF-9344-D0D7A1A4EB4F}" destId="{3A455255-2612-415C-B9D1-AE9D85190897}" srcOrd="0" destOrd="0" presId="urn:microsoft.com/office/officeart/2005/8/layout/hierarchy6"/>
    <dgm:cxn modelId="{0068D50E-C319-49C7-B427-87BB14393865}" type="presParOf" srcId="{370A1B49-4F53-4BDF-9344-D0D7A1A4EB4F}" destId="{EC9A2A59-2770-405D-B6CA-C65045BC9754}" srcOrd="1" destOrd="0" presId="urn:microsoft.com/office/officeart/2005/8/layout/hierarchy6"/>
    <dgm:cxn modelId="{D548222A-B508-42B9-A0B7-B6F158DE0D7B}" type="presParOf" srcId="{571F4C28-EE27-4328-AE6D-F416B1A86701}" destId="{3C478E8D-0F44-42D4-99EA-C18FCB11DBA5}" srcOrd="3" destOrd="0" presId="urn:microsoft.com/office/officeart/2005/8/layout/hierarchy6"/>
    <dgm:cxn modelId="{166F7C9A-4FC5-41F8-89B7-542D3911FEA1}" type="presParOf" srcId="{3C478E8D-0F44-42D4-99EA-C18FCB11DBA5}" destId="{0A7159D7-F619-4E38-96DB-6C4BB057273F}" srcOrd="0" destOrd="0" presId="urn:microsoft.com/office/officeart/2005/8/layout/hierarchy6"/>
    <dgm:cxn modelId="{4E0B0397-42DC-4B86-A1D1-88751A1525B0}" type="presParOf" srcId="{571F4C28-EE27-4328-AE6D-F416B1A86701}" destId="{97B19EC8-8B28-4093-94BB-FCEAD6F3283A}" srcOrd="4" destOrd="0" presId="urn:microsoft.com/office/officeart/2005/8/layout/hierarchy6"/>
    <dgm:cxn modelId="{328D95E6-200A-47E2-9795-0BAAAC1903EC}" type="presParOf" srcId="{97B19EC8-8B28-4093-94BB-FCEAD6F3283A}" destId="{0000F72A-ECCA-41A5-8EB4-FF7C2C342897}" srcOrd="0" destOrd="0" presId="urn:microsoft.com/office/officeart/2005/8/layout/hierarchy6"/>
    <dgm:cxn modelId="{A889FAD8-79A3-4D42-B300-B9689547742E}" type="presParOf" srcId="{97B19EC8-8B28-4093-94BB-FCEAD6F3283A}" destId="{2B416AB4-0A46-4225-BBEF-56682B2CA9D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302C4-BFAC-4A37-B6DB-5507F8E86FF5}">
      <dsp:nvSpPr>
        <dsp:cNvPr id="0" name=""/>
        <dsp:cNvSpPr/>
      </dsp:nvSpPr>
      <dsp:spPr>
        <a:xfrm>
          <a:off x="3190471" y="-114731"/>
          <a:ext cx="4134656" cy="4134656"/>
        </a:xfrm>
        <a:prstGeom prst="circularArrow">
          <a:avLst>
            <a:gd name="adj1" fmla="val 4668"/>
            <a:gd name="adj2" fmla="val 272909"/>
            <a:gd name="adj3" fmla="val 12817716"/>
            <a:gd name="adj4" fmla="val 18040218"/>
            <a:gd name="adj5" fmla="val 484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9CDE0A-5171-450A-B0DE-531657DB69FB}">
      <dsp:nvSpPr>
        <dsp:cNvPr id="0" name=""/>
        <dsp:cNvSpPr/>
      </dsp:nvSpPr>
      <dsp:spPr>
        <a:xfrm>
          <a:off x="3876600" y="453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講義（座学）</a:t>
          </a:r>
        </a:p>
      </dsp:txBody>
      <dsp:txXfrm>
        <a:off x="3944025" y="67878"/>
        <a:ext cx="2627548" cy="1246349"/>
      </dsp:txXfrm>
    </dsp:sp>
    <dsp:sp modelId="{EB8E42D2-22EE-4886-8A2E-1DD3F86BAD08}">
      <dsp:nvSpPr>
        <dsp:cNvPr id="0" name=""/>
        <dsp:cNvSpPr/>
      </dsp:nvSpPr>
      <dsp:spPr>
        <a:xfrm>
          <a:off x="5361216" y="1485069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実技訓練</a:t>
          </a:r>
        </a:p>
      </dsp:txBody>
      <dsp:txXfrm>
        <a:off x="5428641" y="1552494"/>
        <a:ext cx="2627548" cy="1246349"/>
      </dsp:txXfrm>
    </dsp:sp>
    <dsp:sp modelId="{1EF1ADC0-A52A-47B0-A737-C5DC5B9DDE03}">
      <dsp:nvSpPr>
        <dsp:cNvPr id="0" name=""/>
        <dsp:cNvSpPr/>
      </dsp:nvSpPr>
      <dsp:spPr>
        <a:xfrm>
          <a:off x="3876600" y="2969685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現場活動</a:t>
          </a:r>
        </a:p>
      </dsp:txBody>
      <dsp:txXfrm>
        <a:off x="3944025" y="3037110"/>
        <a:ext cx="2627548" cy="1246349"/>
      </dsp:txXfrm>
    </dsp:sp>
    <dsp:sp modelId="{384F1373-9DA8-48F0-814E-8AF9DCF69DB3}">
      <dsp:nvSpPr>
        <dsp:cNvPr id="0" name=""/>
        <dsp:cNvSpPr/>
      </dsp:nvSpPr>
      <dsp:spPr>
        <a:xfrm>
          <a:off x="2391984" y="1485069"/>
          <a:ext cx="2762398" cy="1381199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100" kern="1200" dirty="0"/>
            <a:t>振り返り</a:t>
          </a:r>
        </a:p>
      </dsp:txBody>
      <dsp:txXfrm>
        <a:off x="2459409" y="1552494"/>
        <a:ext cx="2627548" cy="1246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F72A-ECCA-41A5-8EB4-FF7C2C342897}">
      <dsp:nvSpPr>
        <dsp:cNvPr id="0" name=""/>
        <dsp:cNvSpPr/>
      </dsp:nvSpPr>
      <dsp:spPr>
        <a:xfrm>
          <a:off x="0" y="3310258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１カ月後生存者数</a:t>
          </a:r>
        </a:p>
      </dsp:txBody>
      <dsp:txXfrm>
        <a:off x="0" y="3310258"/>
        <a:ext cx="3317161" cy="1429134"/>
      </dsp:txXfrm>
    </dsp:sp>
    <dsp:sp modelId="{3A455255-2612-415C-B9D1-AE9D85190897}">
      <dsp:nvSpPr>
        <dsp:cNvPr id="0" name=""/>
        <dsp:cNvSpPr/>
      </dsp:nvSpPr>
      <dsp:spPr>
        <a:xfrm>
          <a:off x="0" y="1669906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一般市民の心肺蘇生の実施別</a:t>
          </a:r>
        </a:p>
      </dsp:txBody>
      <dsp:txXfrm>
        <a:off x="0" y="1669906"/>
        <a:ext cx="3317161" cy="1429134"/>
      </dsp:txXfrm>
    </dsp:sp>
    <dsp:sp modelId="{39242AA7-6A16-4CBD-ABB1-23F17ACDFA94}">
      <dsp:nvSpPr>
        <dsp:cNvPr id="0" name=""/>
        <dsp:cNvSpPr/>
      </dsp:nvSpPr>
      <dsp:spPr>
        <a:xfrm>
          <a:off x="0" y="1416"/>
          <a:ext cx="11057205" cy="14291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心原性</a:t>
          </a:r>
          <a:r>
            <a:rPr kumimoji="1" lang="en-US" altLang="ja-JP" sz="2300" b="1" kern="1200" dirty="0"/>
            <a:t>CPA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b="1" kern="1200" dirty="0"/>
            <a:t>傷病者数</a:t>
          </a:r>
        </a:p>
      </dsp:txBody>
      <dsp:txXfrm>
        <a:off x="0" y="1416"/>
        <a:ext cx="3317161" cy="1429134"/>
      </dsp:txXfrm>
    </dsp:sp>
    <dsp:sp modelId="{5E16DC39-C5C5-464B-B86D-1AB640387826}">
      <dsp:nvSpPr>
        <dsp:cNvPr id="0" name=""/>
        <dsp:cNvSpPr/>
      </dsp:nvSpPr>
      <dsp:spPr>
        <a:xfrm>
          <a:off x="6179023" y="121094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28,834</a:t>
          </a:r>
          <a:endParaRPr kumimoji="1" lang="ja-JP" altLang="en-US" sz="2400" b="1" kern="1200" dirty="0"/>
        </a:p>
      </dsp:txBody>
      <dsp:txXfrm>
        <a:off x="6214076" y="156147"/>
        <a:ext cx="1725070" cy="1126678"/>
      </dsp:txXfrm>
    </dsp:sp>
    <dsp:sp modelId="{A646E0EC-220A-4941-B174-E025B143983D}">
      <dsp:nvSpPr>
        <dsp:cNvPr id="0" name=""/>
        <dsp:cNvSpPr/>
      </dsp:nvSpPr>
      <dsp:spPr>
        <a:xfrm>
          <a:off x="5909747" y="1317878"/>
          <a:ext cx="1166864" cy="478713"/>
        </a:xfrm>
        <a:custGeom>
          <a:avLst/>
          <a:gdLst/>
          <a:ahLst/>
          <a:cxnLst/>
          <a:rect l="0" t="0" r="0" b="0"/>
          <a:pathLst>
            <a:path>
              <a:moveTo>
                <a:pt x="1166864" y="0"/>
              </a:moveTo>
              <a:lnTo>
                <a:pt x="1166864" y="239356"/>
              </a:lnTo>
              <a:lnTo>
                <a:pt x="0" y="239356"/>
              </a:lnTo>
              <a:lnTo>
                <a:pt x="0" y="4787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7E1FA-8FAA-4F54-A513-AE4529DFA300}">
      <dsp:nvSpPr>
        <dsp:cNvPr id="0" name=""/>
        <dsp:cNvSpPr/>
      </dsp:nvSpPr>
      <dsp:spPr>
        <a:xfrm>
          <a:off x="5012159" y="179659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実施あり</a:t>
          </a:r>
          <a:r>
            <a:rPr kumimoji="1" lang="en-US" altLang="ja-JP" sz="2400" b="1" kern="1200" dirty="0"/>
            <a:t>17,068</a:t>
          </a:r>
          <a:endParaRPr kumimoji="1" lang="ja-JP" altLang="en-US" sz="2400" b="1" kern="1200" dirty="0"/>
        </a:p>
      </dsp:txBody>
      <dsp:txXfrm>
        <a:off x="5047212" y="1831645"/>
        <a:ext cx="1725070" cy="1126678"/>
      </dsp:txXfrm>
    </dsp:sp>
    <dsp:sp modelId="{B75A503E-3BFA-42C3-A259-663820AA1022}">
      <dsp:nvSpPr>
        <dsp:cNvPr id="0" name=""/>
        <dsp:cNvSpPr/>
      </dsp:nvSpPr>
      <dsp:spPr>
        <a:xfrm>
          <a:off x="5864027" y="2993376"/>
          <a:ext cx="91440" cy="4787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87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DF14A-15ED-4039-846C-625BC1A63CFF}">
      <dsp:nvSpPr>
        <dsp:cNvPr id="0" name=""/>
        <dsp:cNvSpPr/>
      </dsp:nvSpPr>
      <dsp:spPr>
        <a:xfrm>
          <a:off x="5012159" y="3472090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2,190   12.8%</a:t>
          </a:r>
          <a:endParaRPr kumimoji="1" lang="ja-JP" altLang="en-US" sz="2400" b="1" kern="1200" dirty="0"/>
        </a:p>
      </dsp:txBody>
      <dsp:txXfrm>
        <a:off x="5047212" y="3507143"/>
        <a:ext cx="1725070" cy="1126678"/>
      </dsp:txXfrm>
    </dsp:sp>
    <dsp:sp modelId="{AEF464F0-4251-441F-8B82-D386144688A1}">
      <dsp:nvSpPr>
        <dsp:cNvPr id="0" name=""/>
        <dsp:cNvSpPr/>
      </dsp:nvSpPr>
      <dsp:spPr>
        <a:xfrm>
          <a:off x="7076611" y="1317878"/>
          <a:ext cx="1166864" cy="478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356"/>
              </a:lnTo>
              <a:lnTo>
                <a:pt x="1166864" y="239356"/>
              </a:lnTo>
              <a:lnTo>
                <a:pt x="1166864" y="4787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15BFA-669A-4DD4-B63B-EB334844DB64}">
      <dsp:nvSpPr>
        <dsp:cNvPr id="0" name=""/>
        <dsp:cNvSpPr/>
      </dsp:nvSpPr>
      <dsp:spPr>
        <a:xfrm>
          <a:off x="7345888" y="179659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実施なし</a:t>
          </a:r>
          <a:r>
            <a:rPr kumimoji="1" lang="en-US" altLang="ja-JP" sz="2400" b="1" kern="1200" dirty="0"/>
            <a:t>11,766</a:t>
          </a:r>
          <a:endParaRPr kumimoji="1" lang="ja-JP" altLang="en-US" sz="2400" b="1" kern="1200" dirty="0"/>
        </a:p>
      </dsp:txBody>
      <dsp:txXfrm>
        <a:off x="7380941" y="1831645"/>
        <a:ext cx="1725070" cy="1126678"/>
      </dsp:txXfrm>
    </dsp:sp>
    <dsp:sp modelId="{DB9AB396-6608-4FFD-ADD3-C78C02095926}">
      <dsp:nvSpPr>
        <dsp:cNvPr id="0" name=""/>
        <dsp:cNvSpPr/>
      </dsp:nvSpPr>
      <dsp:spPr>
        <a:xfrm>
          <a:off x="8197756" y="2993376"/>
          <a:ext cx="91440" cy="4927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277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537C9-5C08-4265-8CBD-9A7923BA52D5}">
      <dsp:nvSpPr>
        <dsp:cNvPr id="0" name=""/>
        <dsp:cNvSpPr/>
      </dsp:nvSpPr>
      <dsp:spPr>
        <a:xfrm>
          <a:off x="7345888" y="3486152"/>
          <a:ext cx="1795176" cy="1196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b="1" kern="1200" dirty="0"/>
            <a:t>781    6.6%</a:t>
          </a:r>
        </a:p>
      </dsp:txBody>
      <dsp:txXfrm>
        <a:off x="7380941" y="3521205"/>
        <a:ext cx="1725070" cy="1126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F72A-ECCA-41A5-8EB4-FF7C2C342897}">
      <dsp:nvSpPr>
        <dsp:cNvPr id="0" name=""/>
        <dsp:cNvSpPr/>
      </dsp:nvSpPr>
      <dsp:spPr>
        <a:xfrm>
          <a:off x="0" y="3515823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１カ月後生存者数</a:t>
          </a:r>
        </a:p>
      </dsp:txBody>
      <dsp:txXfrm>
        <a:off x="0" y="3515823"/>
        <a:ext cx="3338263" cy="1505264"/>
      </dsp:txXfrm>
    </dsp:sp>
    <dsp:sp modelId="{3A455255-2612-415C-B9D1-AE9D85190897}">
      <dsp:nvSpPr>
        <dsp:cNvPr id="0" name=""/>
        <dsp:cNvSpPr/>
      </dsp:nvSpPr>
      <dsp:spPr>
        <a:xfrm>
          <a:off x="0" y="1714090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一般市民の心肺蘇生の実施別</a:t>
          </a:r>
        </a:p>
      </dsp:txBody>
      <dsp:txXfrm>
        <a:off x="0" y="1714090"/>
        <a:ext cx="3338263" cy="1505264"/>
      </dsp:txXfrm>
    </dsp:sp>
    <dsp:sp modelId="{39242AA7-6A16-4CBD-ABB1-23F17ACDFA94}">
      <dsp:nvSpPr>
        <dsp:cNvPr id="0" name=""/>
        <dsp:cNvSpPr/>
      </dsp:nvSpPr>
      <dsp:spPr>
        <a:xfrm>
          <a:off x="0" y="1077"/>
          <a:ext cx="11127544" cy="15052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心原性</a:t>
          </a:r>
          <a:r>
            <a:rPr kumimoji="1" lang="en-US" altLang="ja-JP" sz="2400" b="1" kern="1200" dirty="0"/>
            <a:t>CPA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/>
            <a:t>傷病者数</a:t>
          </a:r>
        </a:p>
      </dsp:txBody>
      <dsp:txXfrm>
        <a:off x="0" y="1077"/>
        <a:ext cx="3338263" cy="1505264"/>
      </dsp:txXfrm>
    </dsp:sp>
    <dsp:sp modelId="{5E16DC39-C5C5-464B-B86D-1AB640387826}">
      <dsp:nvSpPr>
        <dsp:cNvPr id="0" name=""/>
        <dsp:cNvSpPr/>
      </dsp:nvSpPr>
      <dsp:spPr>
        <a:xfrm>
          <a:off x="6176221" y="127132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232</a:t>
          </a:r>
          <a:endParaRPr kumimoji="1" lang="ja-JP" altLang="en-US" sz="2500" b="1" kern="1200" dirty="0"/>
        </a:p>
      </dsp:txBody>
      <dsp:txXfrm>
        <a:off x="6213141" y="164052"/>
        <a:ext cx="1816973" cy="1186702"/>
      </dsp:txXfrm>
    </dsp:sp>
    <dsp:sp modelId="{A646E0EC-220A-4941-B174-E025B143983D}">
      <dsp:nvSpPr>
        <dsp:cNvPr id="0" name=""/>
        <dsp:cNvSpPr/>
      </dsp:nvSpPr>
      <dsp:spPr>
        <a:xfrm>
          <a:off x="5892599" y="1387674"/>
          <a:ext cx="1229028" cy="504216"/>
        </a:xfrm>
        <a:custGeom>
          <a:avLst/>
          <a:gdLst/>
          <a:ahLst/>
          <a:cxnLst/>
          <a:rect l="0" t="0" r="0" b="0"/>
          <a:pathLst>
            <a:path>
              <a:moveTo>
                <a:pt x="1229028" y="0"/>
              </a:moveTo>
              <a:lnTo>
                <a:pt x="1229028" y="252108"/>
              </a:lnTo>
              <a:lnTo>
                <a:pt x="0" y="252108"/>
              </a:lnTo>
              <a:lnTo>
                <a:pt x="0" y="5042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7E1FA-8FAA-4F54-A513-AE4529DFA300}">
      <dsp:nvSpPr>
        <dsp:cNvPr id="0" name=""/>
        <dsp:cNvSpPr/>
      </dsp:nvSpPr>
      <dsp:spPr>
        <a:xfrm>
          <a:off x="4947193" y="1891890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b="1" kern="1200" dirty="0"/>
            <a:t>実施あり   </a:t>
          </a:r>
          <a:r>
            <a:rPr kumimoji="1" lang="en-US" altLang="ja-JP" sz="2500" b="1" kern="1200" dirty="0"/>
            <a:t>73</a:t>
          </a:r>
          <a:endParaRPr kumimoji="1" lang="ja-JP" altLang="en-US" sz="2500" b="1" kern="1200" dirty="0"/>
        </a:p>
      </dsp:txBody>
      <dsp:txXfrm>
        <a:off x="4984113" y="1928810"/>
        <a:ext cx="1816973" cy="1186702"/>
      </dsp:txXfrm>
    </dsp:sp>
    <dsp:sp modelId="{B75A503E-3BFA-42C3-A259-663820AA1022}">
      <dsp:nvSpPr>
        <dsp:cNvPr id="0" name=""/>
        <dsp:cNvSpPr/>
      </dsp:nvSpPr>
      <dsp:spPr>
        <a:xfrm>
          <a:off x="5846879" y="3152433"/>
          <a:ext cx="91440" cy="5042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42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DF14A-15ED-4039-846C-625BC1A63CFF}">
      <dsp:nvSpPr>
        <dsp:cNvPr id="0" name=""/>
        <dsp:cNvSpPr/>
      </dsp:nvSpPr>
      <dsp:spPr>
        <a:xfrm>
          <a:off x="4947193" y="3656649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8          10.9%</a:t>
          </a:r>
          <a:endParaRPr kumimoji="1" lang="ja-JP" altLang="en-US" sz="2500" b="1" kern="1200" dirty="0"/>
        </a:p>
      </dsp:txBody>
      <dsp:txXfrm>
        <a:off x="4984113" y="3693569"/>
        <a:ext cx="1816973" cy="1186702"/>
      </dsp:txXfrm>
    </dsp:sp>
    <dsp:sp modelId="{AEF464F0-4251-441F-8B82-D386144688A1}">
      <dsp:nvSpPr>
        <dsp:cNvPr id="0" name=""/>
        <dsp:cNvSpPr/>
      </dsp:nvSpPr>
      <dsp:spPr>
        <a:xfrm>
          <a:off x="7121628" y="1387674"/>
          <a:ext cx="1229028" cy="504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108"/>
              </a:lnTo>
              <a:lnTo>
                <a:pt x="1229028" y="252108"/>
              </a:lnTo>
              <a:lnTo>
                <a:pt x="1229028" y="5042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15BFA-669A-4DD4-B63B-EB334844DB64}">
      <dsp:nvSpPr>
        <dsp:cNvPr id="0" name=""/>
        <dsp:cNvSpPr/>
      </dsp:nvSpPr>
      <dsp:spPr>
        <a:xfrm>
          <a:off x="7405250" y="1891890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500" b="1" kern="1200" dirty="0"/>
            <a:t>実施なし  </a:t>
          </a:r>
          <a:r>
            <a:rPr kumimoji="1" lang="en-US" altLang="ja-JP" sz="2500" b="1" kern="1200" dirty="0"/>
            <a:t>159</a:t>
          </a:r>
          <a:endParaRPr kumimoji="1" lang="ja-JP" altLang="en-US" sz="2500" b="1" kern="1200" dirty="0"/>
        </a:p>
      </dsp:txBody>
      <dsp:txXfrm>
        <a:off x="7442170" y="1928810"/>
        <a:ext cx="1816973" cy="1186702"/>
      </dsp:txXfrm>
    </dsp:sp>
    <dsp:sp modelId="{DB9AB396-6608-4FFD-ADD3-C78C02095926}">
      <dsp:nvSpPr>
        <dsp:cNvPr id="0" name=""/>
        <dsp:cNvSpPr/>
      </dsp:nvSpPr>
      <dsp:spPr>
        <a:xfrm>
          <a:off x="8304936" y="3152433"/>
          <a:ext cx="91440" cy="5042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42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537C9-5C08-4265-8CBD-9A7923BA52D5}">
      <dsp:nvSpPr>
        <dsp:cNvPr id="0" name=""/>
        <dsp:cNvSpPr/>
      </dsp:nvSpPr>
      <dsp:spPr>
        <a:xfrm>
          <a:off x="7405250" y="3656649"/>
          <a:ext cx="1890813" cy="1260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500" b="1" kern="1200" dirty="0"/>
            <a:t>12        7.5%</a:t>
          </a:r>
        </a:p>
      </dsp:txBody>
      <dsp:txXfrm>
        <a:off x="7442170" y="3693569"/>
        <a:ext cx="1816973" cy="1186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E2232-E45F-3B15-9385-28E682C4B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4D8B6C-AA7F-6ABE-FFF4-CC9171BC5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DBADB7-E383-D0F4-CA1B-0F5E7387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C87D6-1AFD-255A-D425-F39EB0BA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C930B2-8B71-AC15-5E85-1921C758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59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ED80D3-F078-FB4C-C76D-02EE96DF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5AE87D-16E1-6C77-5AFD-41DC41384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CC93BD-A94F-9BBF-7B45-B1020DD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4A04E-5F2E-F9DF-3B8F-71DF85A3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D9D882-5D8C-DC92-30FB-66FD068B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01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F675E-E968-320B-AD8F-0005DCC1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4ECFE2-5725-14FB-31C6-530335287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8EE48F-C705-1787-18C0-E04A9F60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33E90-ADB7-337A-C369-59069637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020FC5-A84F-97E0-617F-750F03D2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51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5AA7C-CE3E-EBA8-249A-D0DE7422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A5821E-FFA8-9C98-B230-DF02B5F76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D2579B-95F4-CA30-1F1B-0A1134FFF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A8A5B8-ED60-8888-5F8B-BF727EC9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90E55A-F738-9CA7-51FD-C9EE514E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D154CA-27CA-BC1C-988B-B109D17B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86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0C63C-B732-AC3E-031E-C76C256A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9D8E23-7659-39CE-A546-00B911B7B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ACE5BB-0379-1958-04C7-A9AF80D84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BD5BF-9F6F-77A3-190D-ABA9E798A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F2FCD8-D870-87E8-0525-85C9803DE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1C27C0-0C68-A18E-15F8-6777E72C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C9D19D-4048-6B6B-7654-3921BDE6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FF6A5F-8650-DD0B-C30E-8F86A204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5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247BB-7530-CF19-D721-0E59F0F3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5FB7F9-E9F0-0D40-7123-9A07DEE2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7697BA-5AD3-0672-635D-D9CF41F9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70AC16-69F2-1FF2-152A-580F5CCF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36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BA8975-1326-62A2-17D2-1E1AAC95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0EA893-8CBD-55FC-D9C2-545D7E98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9743B4-8BA6-7AF4-592F-1124B559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37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1D5978-9732-FE85-B77E-C63E3390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A3F71D-3371-98DF-9C9D-0C95F6C4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ABC05B-E75D-EDF5-7239-220D5B690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E9F1D1-EBF4-D04F-7B49-ABA770FF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2A2034-1E74-8103-A54A-45017A6D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20CA45-7FCC-E41B-DC76-7794D1B6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38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A61A18-9A08-5D45-ED80-140975F3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A70E71-62F2-0EE1-E3E9-C244BF61D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73E6A5-1235-062A-95A5-6A11B3351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CC9612-B5B4-95DA-70E1-AAC4A544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1515D6-B6DA-E8F9-05CB-2693FC38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0266BE-D482-0A54-98B4-B0A19896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03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5B74B-6FAD-D583-1E13-8A3BF9E9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D92F6-23BF-B91D-8FDE-AF14C41ED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7B6305-D51D-DF9E-F952-1935C4AA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72ADF4-68A9-D24C-1B91-15B8856A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65991-70DF-994E-A670-7F58C04B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47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FACCB2-FF3C-7BAC-80B9-078577705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DFB0FC-DDBD-E782-0672-B09F6A36D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C15600-8EAC-EE02-985A-275D564B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E2D8C-2E23-C9CD-555D-171EF8BE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5F2D1B-145A-427D-D1BD-79FAE968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48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0ED633-D17D-209C-11D4-9E037200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32191F-C4BB-30DE-0391-B720C9EDE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BD87DB-B9B5-4389-9F3F-EDC12AEE9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9B5E-9356-44D3-9546-E77FF5B62656}" type="datetimeFigureOut">
              <a:rPr kumimoji="1" lang="ja-JP" altLang="en-US" smtClean="0"/>
              <a:t>2025/7/3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4FAC35-A4D8-DFD3-0121-695DF0705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E1128F-FEF0-1985-AACE-2F66BAE86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DEE4A-3969-46DA-AB45-1AF951CE25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019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forms.gle/sunVAZHfyeyqLUZr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CFD4F-DDAD-1FA2-4583-36E0EB1E4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救急活動の心得　</a:t>
            </a:r>
            <a:r>
              <a:rPr lang="en-US" altLang="ja-JP" dirty="0"/>
              <a:t>CPA</a:t>
            </a:r>
            <a:r>
              <a:rPr lang="ja-JP" altLang="en-US" dirty="0"/>
              <a:t>編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F5AC7B-F07E-BB8D-94DE-6BEDEA26E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</p:spTree>
    <p:extLst>
      <p:ext uri="{BB962C8B-B14F-4D97-AF65-F5344CB8AC3E}">
        <p14:creationId xmlns:p14="http://schemas.microsoft.com/office/powerpoint/2010/main" val="328038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AE0A90D-1458-6DFE-A650-AA040EFF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61" y="164124"/>
            <a:ext cx="4867421" cy="460666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800B3F-852D-FB9E-39DB-35E0E63D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89" y="1321727"/>
            <a:ext cx="11549576" cy="4108401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注意：</a:t>
            </a:r>
            <a:br>
              <a:rPr lang="en-US" altLang="ja-JP" dirty="0"/>
            </a:br>
            <a:r>
              <a:rPr kumimoji="1" lang="ja-JP" altLang="en-US" dirty="0"/>
              <a:t>この講義だけで、現場活動ができるようになるわけではありません。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14478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50EB65-9AC7-2D6E-C1AA-82076484AE00}"/>
              </a:ext>
            </a:extLst>
          </p:cNvPr>
          <p:cNvSpPr>
            <a:spLocks/>
          </p:cNvSpPr>
          <p:nvPr/>
        </p:nvSpPr>
        <p:spPr>
          <a:xfrm>
            <a:off x="205154" y="815291"/>
            <a:ext cx="10515600" cy="2307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rPr>
              <a:t>インプット　講義</a:t>
            </a:r>
            <a:endParaRPr kumimoji="1"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  <a:cs typeface="+mj-cs"/>
            </a:endParaRP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rPr>
              <a:t>アウトプット　実技</a:t>
            </a:r>
            <a:endParaRPr kumimoji="1" lang="en-US" altLang="ja-JP" sz="4800" b="1" dirty="0">
              <a:latin typeface="メイリオ" panose="020B0604030504040204" pitchFamily="50" charset="-128"/>
              <a:ea typeface="メイリオ" panose="020B0604030504040204" pitchFamily="50" charset="-128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37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AC91D9EA-64E1-EFCD-E1EE-E4E39CC5C3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934025"/>
              </p:ext>
            </p:extLst>
          </p:nvPr>
        </p:nvGraphicFramePr>
        <p:xfrm>
          <a:off x="2920219" y="19100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71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3E46F-682E-CA19-E51B-35207CDF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心肺停止とは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DBA224-C30F-79A3-F029-5820F30C7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825625"/>
            <a:ext cx="11282290" cy="3998400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心臓と呼吸が止まった状態</a:t>
            </a:r>
            <a:endParaRPr kumimoji="1" lang="en-US" altLang="ja-JP" sz="3200" dirty="0"/>
          </a:p>
          <a:p>
            <a:r>
              <a:rPr lang="en-US" altLang="ja-JP" sz="3200" dirty="0"/>
              <a:t>Cardiopulmonary arrest(CPA)</a:t>
            </a:r>
          </a:p>
          <a:p>
            <a:r>
              <a:rPr lang="ja-JP" altLang="en-US" sz="3200" dirty="0"/>
              <a:t>救急救命士法⇒心肺機能停止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心臓機能、呼吸機能のいずれか一方、もしくは両方が停止</a:t>
            </a:r>
            <a:r>
              <a:rPr kumimoji="1" lang="en-US" altLang="ja-JP" sz="3200" baseline="30000" dirty="0"/>
              <a:t>1)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en-US" altLang="ja-JP" sz="4800" b="1" dirty="0">
                <a:solidFill>
                  <a:srgbClr val="FF0000"/>
                </a:solidFill>
              </a:rPr>
              <a:t>CPA</a:t>
            </a:r>
            <a:r>
              <a:rPr kumimoji="1" lang="ja-JP" altLang="en-US" sz="4800" b="1" dirty="0">
                <a:solidFill>
                  <a:srgbClr val="FF0000"/>
                </a:solidFill>
              </a:rPr>
              <a:t>＝死ではない！！！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EAC953-1A7E-6990-7AA0-C7956521398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7BA14F-12F3-67D3-E2C7-91C0CB78DA70}"/>
              </a:ext>
            </a:extLst>
          </p:cNvPr>
          <p:cNvSpPr txBox="1"/>
          <p:nvPr/>
        </p:nvSpPr>
        <p:spPr>
          <a:xfrm>
            <a:off x="379828" y="6344529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1) </a:t>
            </a:r>
            <a:r>
              <a:rPr kumimoji="1" lang="ja-JP" altLang="en-US" dirty="0"/>
              <a:t>へるす出版　救急救命士標準テキスト第</a:t>
            </a:r>
            <a:r>
              <a:rPr kumimoji="1" lang="en-US" altLang="ja-JP" dirty="0"/>
              <a:t>10</a:t>
            </a:r>
            <a:r>
              <a:rPr kumimoji="1" lang="ja-JP" altLang="en-US" dirty="0"/>
              <a:t>版ｐ</a:t>
            </a:r>
            <a:r>
              <a:rPr kumimoji="1" lang="en-US" altLang="ja-JP" dirty="0"/>
              <a:t>477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43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11911-40D7-D669-1404-73E10A61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の現状</a:t>
            </a:r>
            <a:r>
              <a:rPr lang="ja-JP" altLang="en-US" dirty="0"/>
              <a:t>（</a:t>
            </a:r>
            <a:r>
              <a:rPr kumimoji="1" lang="ja-JP" altLang="en-US" dirty="0"/>
              <a:t>全国</a:t>
            </a:r>
            <a:r>
              <a:rPr lang="ja-JP" altLang="en-US" dirty="0"/>
              <a:t>）</a:t>
            </a:r>
            <a:r>
              <a:rPr lang="en-US" altLang="ja-JP" baseline="30000" dirty="0"/>
              <a:t>2)</a:t>
            </a:r>
            <a:endParaRPr kumimoji="1" lang="ja-JP" altLang="en-US" baseline="30000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E86E4218-3BAF-F998-C4AA-FAE9327A1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263573"/>
              </p:ext>
            </p:extLst>
          </p:nvPr>
        </p:nvGraphicFramePr>
        <p:xfrm>
          <a:off x="407964" y="1547446"/>
          <a:ext cx="11057206" cy="4768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BEF0D01-29D0-0582-3975-92BA72A65584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3C555B-0F66-CB80-7151-EF3F93E6C78B}"/>
              </a:ext>
            </a:extLst>
          </p:cNvPr>
          <p:cNvSpPr txBox="1"/>
          <p:nvPr/>
        </p:nvSpPr>
        <p:spPr>
          <a:xfrm>
            <a:off x="379828" y="6344529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)</a:t>
            </a:r>
            <a:r>
              <a:rPr kumimoji="1" lang="ja-JP" altLang="en-US" dirty="0"/>
              <a:t>総務省消防庁　令和５年版　救急救助の現況　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690BEB-6B10-8D28-183C-E330DE678204}"/>
              </a:ext>
            </a:extLst>
          </p:cNvPr>
          <p:cNvSpPr txBox="1"/>
          <p:nvPr/>
        </p:nvSpPr>
        <p:spPr>
          <a:xfrm>
            <a:off x="7045570" y="5343378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約２倍</a:t>
            </a:r>
            <a:r>
              <a:rPr kumimoji="1" lang="ja-JP" altLang="en-US" b="1" dirty="0">
                <a:solidFill>
                  <a:srgbClr val="FF0000"/>
                </a:solidFill>
              </a:rPr>
              <a:t>　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642A6BB-FCA8-8715-3AC9-8E35B20E21C4}"/>
              </a:ext>
            </a:extLst>
          </p:cNvPr>
          <p:cNvSpPr/>
          <p:nvPr/>
        </p:nvSpPr>
        <p:spPr>
          <a:xfrm rot="10800000">
            <a:off x="6822830" y="5750169"/>
            <a:ext cx="1294228" cy="1863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83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11911-40D7-D669-1404-73E10A61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403" y="308854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の現状（西南）</a:t>
            </a:r>
            <a:r>
              <a:rPr lang="ja-JP" altLang="en-US" sz="2400" dirty="0"/>
              <a:t>令和５年１月～１２月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65DB10-A6A6-68CC-FA83-9B087FD816B7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73BFE3A3-1DC1-6334-373D-3390D4841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43090"/>
              </p:ext>
            </p:extLst>
          </p:nvPr>
        </p:nvGraphicFramePr>
        <p:xfrm>
          <a:off x="562708" y="1589649"/>
          <a:ext cx="11127544" cy="502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矢印: 右 5">
            <a:extLst>
              <a:ext uri="{FF2B5EF4-FFF2-40B4-BE49-F238E27FC236}">
                <a16:creationId xmlns:a16="http://schemas.microsoft.com/office/drawing/2014/main" id="{8CFD85E4-D911-9E01-09D0-339A4DF1B037}"/>
              </a:ext>
            </a:extLst>
          </p:cNvPr>
          <p:cNvSpPr/>
          <p:nvPr/>
        </p:nvSpPr>
        <p:spPr>
          <a:xfrm rot="10800000">
            <a:off x="7005710" y="6003387"/>
            <a:ext cx="1294228" cy="1863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14D816-890F-F495-7BEB-1DDE42928EBE}"/>
              </a:ext>
            </a:extLst>
          </p:cNvPr>
          <p:cNvSpPr txBox="1"/>
          <p:nvPr/>
        </p:nvSpPr>
        <p:spPr>
          <a:xfrm>
            <a:off x="7158111" y="5596596"/>
            <a:ext cx="139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約</a:t>
            </a:r>
            <a:r>
              <a:rPr lang="en-US" altLang="ja-JP" b="1" dirty="0">
                <a:solidFill>
                  <a:srgbClr val="FF0000"/>
                </a:solidFill>
              </a:rPr>
              <a:t>1.5</a:t>
            </a:r>
            <a:r>
              <a:rPr lang="ja-JP" altLang="en-US" b="1" dirty="0">
                <a:solidFill>
                  <a:srgbClr val="FF0000"/>
                </a:solidFill>
              </a:rPr>
              <a:t>倍</a:t>
            </a:r>
            <a:r>
              <a:rPr kumimoji="1" lang="ja-JP" altLang="en-US" b="1" dirty="0">
                <a:solidFill>
                  <a:srgbClr val="FF0000"/>
                </a:solidFill>
              </a:rPr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183156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326915-0099-CFA9-43E2-829E8119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lang="ja-JP" altLang="en-US" dirty="0"/>
              <a:t>でやるべき処置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B75A16-0D29-B608-7D9C-61E9E9F03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1825624"/>
            <a:ext cx="11227191" cy="5032375"/>
          </a:xfrm>
        </p:spPr>
        <p:txBody>
          <a:bodyPr/>
          <a:lstStyle/>
          <a:p>
            <a:r>
              <a:rPr kumimoji="1" lang="en-US" altLang="ja-JP" sz="3600" dirty="0"/>
              <a:t>BLS</a:t>
            </a:r>
            <a:r>
              <a:rPr lang="ja-JP" altLang="en-US" sz="3600" dirty="0"/>
              <a:t>　（</a:t>
            </a:r>
            <a:r>
              <a:rPr kumimoji="1" lang="ja-JP" altLang="en-US" sz="3600" dirty="0"/>
              <a:t>胸骨圧迫・人工呼吸）</a:t>
            </a:r>
            <a:endParaRPr kumimoji="1" lang="en-US" altLang="ja-JP" sz="3600" dirty="0"/>
          </a:p>
          <a:p>
            <a:r>
              <a:rPr kumimoji="1" lang="ja-JP" altLang="en-US" sz="3600" dirty="0"/>
              <a:t>除細動（</a:t>
            </a:r>
            <a:r>
              <a:rPr kumimoji="1" lang="en-US" altLang="ja-JP" sz="3600" dirty="0"/>
              <a:t>DC</a:t>
            </a:r>
            <a:r>
              <a:rPr kumimoji="1" lang="ja-JP" altLang="en-US" sz="3600" dirty="0"/>
              <a:t>）</a:t>
            </a:r>
            <a:endParaRPr kumimoji="1" lang="en-US" altLang="ja-JP" sz="3600" dirty="0"/>
          </a:p>
          <a:p>
            <a:r>
              <a:rPr lang="ja-JP" altLang="en-US" sz="3600" dirty="0"/>
              <a:t>吸引・異物除去</a:t>
            </a:r>
            <a:endParaRPr kumimoji="1" lang="en-US" altLang="ja-JP" sz="3600" dirty="0"/>
          </a:p>
          <a:p>
            <a:r>
              <a:rPr lang="ja-JP" altLang="en-US" sz="3600" dirty="0"/>
              <a:t>特定行為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気道確保（</a:t>
            </a:r>
            <a:r>
              <a:rPr lang="en-US" altLang="ja-JP" sz="3600" dirty="0"/>
              <a:t>LT</a:t>
            </a:r>
            <a:r>
              <a:rPr lang="ja-JP" altLang="en-US" sz="3600" dirty="0"/>
              <a:t>　気管挿管）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静脈路確保　アドレナリン</a:t>
            </a:r>
            <a:endParaRPr lang="en-US" altLang="ja-JP" sz="3600" dirty="0"/>
          </a:p>
          <a:p>
            <a:pPr marL="0" indent="0">
              <a:buNone/>
            </a:pP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C07B2BD-1F40-7ACB-2490-E8678789E0E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F02C6B4-D8E9-6350-A744-D65BFCAD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115" y="2092362"/>
            <a:ext cx="3330497" cy="254833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CDDEAA5-C3DB-4FCD-88B8-9E014051E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20" y="5353149"/>
            <a:ext cx="4467849" cy="83831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A6774CA-A0B1-CF07-ADC2-15E728E8D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362" y="2517193"/>
            <a:ext cx="2880920" cy="232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0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CDAAFD1-D8EE-F9A7-477F-0A70752C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451" y="1511182"/>
            <a:ext cx="4182059" cy="345805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B2D66A3-85DD-8A7A-252A-30B62F26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812" y="4685997"/>
            <a:ext cx="2467319" cy="217200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74752CA-FDFA-FBDC-F28A-59373947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14" y="2661787"/>
            <a:ext cx="4163006" cy="379147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E44246B-C3FC-DCDE-4263-44ECF8CF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でやるべきこと（処置以外）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73209-99F7-5694-A531-66A12C7D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" y="1825625"/>
            <a:ext cx="11664884" cy="4912800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sz="4100" dirty="0"/>
              <a:t>家族への</a:t>
            </a:r>
            <a:r>
              <a:rPr kumimoji="1" lang="en-US" altLang="ja-JP" sz="4100" dirty="0"/>
              <a:t>IC</a:t>
            </a:r>
            <a:r>
              <a:rPr kumimoji="1" lang="ja-JP" altLang="en-US" sz="4100" dirty="0"/>
              <a:t>（インフォームドコンセント）</a:t>
            </a:r>
            <a:endParaRPr kumimoji="1" lang="en-US" altLang="ja-JP" sz="4100" dirty="0"/>
          </a:p>
          <a:p>
            <a:r>
              <a:rPr lang="ja-JP" altLang="en-US" sz="4100" dirty="0"/>
              <a:t>医療機関へ連絡</a:t>
            </a:r>
            <a:endParaRPr lang="en-US" altLang="ja-JP" sz="4100" dirty="0"/>
          </a:p>
          <a:p>
            <a:pPr marL="0" indent="0">
              <a:buNone/>
            </a:pPr>
            <a:r>
              <a:rPr lang="ja-JP" altLang="en-US" sz="4100" dirty="0"/>
              <a:t>　特定行為指示要請　収容依頼</a:t>
            </a:r>
            <a:endParaRPr lang="en-US" altLang="ja-JP" sz="4100" dirty="0"/>
          </a:p>
          <a:p>
            <a:r>
              <a:rPr lang="ja-JP" altLang="en-US" sz="4100" dirty="0"/>
              <a:t>搬送</a:t>
            </a:r>
            <a:endParaRPr lang="en-US" altLang="ja-JP" sz="4100" dirty="0"/>
          </a:p>
          <a:p>
            <a:r>
              <a:rPr lang="ja-JP" altLang="en-US" sz="4100" dirty="0"/>
              <a:t>既往歴などの情報聴取</a:t>
            </a:r>
            <a:endParaRPr lang="en-US" altLang="ja-JP" sz="4100" dirty="0"/>
          </a:p>
          <a:p>
            <a:r>
              <a:rPr lang="ja-JP" altLang="en-US" sz="4100" dirty="0"/>
              <a:t>時間管理</a:t>
            </a:r>
            <a:endParaRPr lang="en-US" altLang="ja-JP" sz="4100" dirty="0"/>
          </a:p>
          <a:p>
            <a:r>
              <a:rPr lang="ja-JP" altLang="en-US" sz="4100" dirty="0"/>
              <a:t>原因検索</a:t>
            </a:r>
            <a:endParaRPr lang="en-US" altLang="ja-JP" sz="41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E33494-C3A6-D0A3-6EE1-AC87375347B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33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E2098-859D-8205-8B6B-ABC1620F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BLS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ABD9D-F806-C549-16D8-12B87B20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8" y="1825625"/>
            <a:ext cx="11718387" cy="4912800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とにかく質の良い</a:t>
            </a:r>
            <a:r>
              <a:rPr lang="en-US" altLang="ja-JP" sz="3200" dirty="0"/>
              <a:t>BLS</a:t>
            </a:r>
            <a:r>
              <a:rPr lang="ja-JP" altLang="en-US" sz="3200" dirty="0"/>
              <a:t>が大前提</a:t>
            </a:r>
            <a:endParaRPr lang="en-US" altLang="ja-JP" sz="3200" dirty="0"/>
          </a:p>
          <a:p>
            <a:r>
              <a:rPr kumimoji="1" lang="en-US" altLang="ja-JP" sz="3200" dirty="0"/>
              <a:t>CCF</a:t>
            </a:r>
            <a:r>
              <a:rPr kumimoji="1" lang="ja-JP" altLang="en-US" sz="3200" dirty="0"/>
              <a:t>は</a:t>
            </a:r>
            <a:r>
              <a:rPr lang="en-US" altLang="ja-JP" sz="3200" dirty="0"/>
              <a:t>80</a:t>
            </a:r>
            <a:r>
              <a:rPr kumimoji="1" lang="ja-JP" altLang="en-US" sz="3200" dirty="0"/>
              <a:t>％</a:t>
            </a:r>
            <a:r>
              <a:rPr lang="ja-JP" altLang="en-US" sz="3200" dirty="0"/>
              <a:t>以上を</a:t>
            </a:r>
            <a:r>
              <a:rPr kumimoji="1" lang="ja-JP" altLang="en-US" sz="3200" dirty="0"/>
              <a:t>維持しよう！！</a:t>
            </a:r>
            <a:endParaRPr kumimoji="1"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</a:t>
            </a:r>
            <a:r>
              <a:rPr lang="en-US" altLang="ja-JP" sz="3200" dirty="0"/>
              <a:t>CCF</a:t>
            </a:r>
            <a:r>
              <a:rPr lang="ja-JP" altLang="en-US" sz="3200" dirty="0"/>
              <a:t>とは、</a:t>
            </a:r>
            <a:r>
              <a:rPr lang="ja-JP" altLang="en-US" sz="3200" b="0" i="0" dirty="0">
                <a:solidFill>
                  <a:srgbClr val="1F1F1F"/>
                </a:solidFill>
                <a:effectLst/>
                <a:latin typeface="Google Sans"/>
              </a:rPr>
              <a:t>胸骨圧迫時間比（</a:t>
            </a:r>
            <a:r>
              <a:rPr lang="en-US" altLang="ja-JP" sz="3200" b="0" i="0" dirty="0">
                <a:solidFill>
                  <a:srgbClr val="1F1F1F"/>
                </a:solidFill>
                <a:effectLst/>
                <a:latin typeface="Google Sans"/>
              </a:rPr>
              <a:t>CCF: Chest Compression Fraction</a:t>
            </a:r>
            <a:r>
              <a:rPr lang="ja-JP" altLang="en-US" sz="3200" b="0" i="0" dirty="0">
                <a:solidFill>
                  <a:srgbClr val="1F1F1F"/>
                </a:solidFill>
                <a:effectLst/>
                <a:latin typeface="Google Sans"/>
              </a:rPr>
              <a:t>）</a:t>
            </a:r>
            <a:endParaRPr lang="en-US" altLang="ja-JP" sz="32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>
              <a:buNone/>
            </a:pPr>
            <a:r>
              <a:rPr lang="ja-JP" altLang="en-US" sz="3200" dirty="0">
                <a:solidFill>
                  <a:srgbClr val="1F1F1F"/>
                </a:solidFill>
                <a:latin typeface="Google Sans"/>
              </a:rPr>
              <a:t>　胸骨圧迫の中断時間は短く！！</a:t>
            </a:r>
            <a:endParaRPr kumimoji="1" lang="en-US" altLang="ja-JP" sz="3200" dirty="0"/>
          </a:p>
          <a:p>
            <a:r>
              <a:rPr kumimoji="1" lang="en-US" altLang="ja-JP" sz="3200" dirty="0"/>
              <a:t>BVM</a:t>
            </a:r>
            <a:r>
              <a:rPr kumimoji="1" lang="ja-JP" altLang="en-US" sz="3200" dirty="0"/>
              <a:t>（バックバルブマスク）の換気もしっかりと！！</a:t>
            </a:r>
            <a:endParaRPr kumimoji="1" lang="en-US" altLang="ja-JP" sz="3200" dirty="0"/>
          </a:p>
          <a:p>
            <a:r>
              <a:rPr kumimoji="1" lang="ja-JP" altLang="en-US" sz="3200" dirty="0"/>
              <a:t>ルーカス（自動心臓マッサージシステム）</a:t>
            </a:r>
            <a:r>
              <a:rPr lang="ja-JP" altLang="en-US" sz="3200" dirty="0"/>
              <a:t>の早期装着</a:t>
            </a:r>
            <a:r>
              <a:rPr kumimoji="1" lang="ja-JP" altLang="en-US" sz="3200" dirty="0"/>
              <a:t>を推奨</a:t>
            </a:r>
            <a:endParaRPr kumimoji="1" lang="en-US" altLang="ja-JP" sz="32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034CD0-C5A5-D154-DF3F-CCFB24B87053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15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44242-B73E-CEA6-2D87-7D50B911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胸骨圧迫の注意点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B24416-320B-2CBB-AA2F-ABD2D5853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4"/>
            <a:ext cx="11690253" cy="4842461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深さ　約</a:t>
            </a:r>
            <a:r>
              <a:rPr kumimoji="1" lang="en-US" altLang="ja-JP" sz="3200" dirty="0"/>
              <a:t>5cm 6cm</a:t>
            </a:r>
            <a:r>
              <a:rPr kumimoji="1" lang="ja-JP" altLang="en-US" sz="3200" dirty="0"/>
              <a:t>を超えない</a:t>
            </a:r>
            <a:endParaRPr kumimoji="1" lang="en-US" altLang="ja-JP" sz="3200" dirty="0"/>
          </a:p>
          <a:p>
            <a:r>
              <a:rPr lang="ja-JP" altLang="en-US" sz="3200" dirty="0"/>
              <a:t>早さ　</a:t>
            </a:r>
            <a:r>
              <a:rPr lang="en-US" altLang="ja-JP" sz="3200" dirty="0"/>
              <a:t>100</a:t>
            </a:r>
            <a:r>
              <a:rPr lang="ja-JP" altLang="en-US" sz="3200" dirty="0"/>
              <a:t>回～</a:t>
            </a:r>
            <a:r>
              <a:rPr lang="en-US" altLang="ja-JP" sz="3200" dirty="0"/>
              <a:t>120</a:t>
            </a:r>
            <a:r>
              <a:rPr lang="ja-JP" altLang="en-US" sz="3200" dirty="0"/>
              <a:t>回</a:t>
            </a:r>
            <a:endParaRPr lang="en-US" altLang="ja-JP" sz="3200" dirty="0"/>
          </a:p>
          <a:p>
            <a:r>
              <a:rPr kumimoji="1" lang="ja-JP" altLang="en-US" sz="3200" dirty="0"/>
              <a:t>リコイル（しっかり戻す）</a:t>
            </a:r>
            <a:endParaRPr kumimoji="1" lang="en-US" altLang="ja-JP" sz="3200" dirty="0"/>
          </a:p>
          <a:p>
            <a:r>
              <a:rPr lang="ja-JP" altLang="en-US" sz="3200" dirty="0"/>
              <a:t>現場だと</a:t>
            </a:r>
            <a:r>
              <a:rPr lang="en-US" altLang="ja-JP" sz="3200" dirty="0"/>
              <a:t>120</a:t>
            </a:r>
            <a:r>
              <a:rPr lang="ja-JP" altLang="en-US" sz="3200" dirty="0"/>
              <a:t>回以上のテンポで胸骨圧迫しがち！！</a:t>
            </a:r>
            <a:endParaRPr lang="en-US" altLang="ja-JP" sz="3200" dirty="0"/>
          </a:p>
          <a:p>
            <a:r>
              <a:rPr kumimoji="1" lang="ja-JP" altLang="en-US" sz="3200" dirty="0"/>
              <a:t>胸骨圧迫の評価は誰がやる？</a:t>
            </a:r>
            <a:endParaRPr kumimoji="1" lang="en-US" altLang="ja-JP" sz="3200" dirty="0"/>
          </a:p>
          <a:p>
            <a:r>
              <a:rPr lang="ja-JP" altLang="en-US" sz="3200" dirty="0"/>
              <a:t>救急救命士はたぶん余裕がない。隊長救命士だとなおさら</a:t>
            </a:r>
            <a:endParaRPr kumimoji="1" lang="ja-JP" altLang="en-US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BB73DC-7054-CC9B-2691-A2758E5BD1E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45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1391E-E987-A447-0986-FFCA5204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除細動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442E8F-BFE3-0586-05C4-BCA3D152C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825625"/>
            <a:ext cx="11044311" cy="4898732"/>
          </a:xfrm>
        </p:spPr>
        <p:txBody>
          <a:bodyPr>
            <a:normAutofit lnSpcReduction="10000"/>
          </a:bodyPr>
          <a:lstStyle/>
          <a:p>
            <a:r>
              <a:rPr lang="ja-JP" altLang="en-US" sz="3200" dirty="0"/>
              <a:t>除細動器</a:t>
            </a:r>
            <a:r>
              <a:rPr kumimoji="1" lang="ja-JP" altLang="en-US" sz="3200" dirty="0"/>
              <a:t>は何でも電気ショックできるわけではない。</a:t>
            </a:r>
            <a:endParaRPr kumimoji="1" lang="en-US" altLang="ja-JP" sz="3200" dirty="0"/>
          </a:p>
          <a:p>
            <a:r>
              <a:rPr lang="ja-JP" altLang="en-US" sz="3200" dirty="0"/>
              <a:t>電気ショックできる波形とは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心室細動（</a:t>
            </a:r>
            <a:r>
              <a:rPr lang="en-US" altLang="ja-JP" sz="3200" dirty="0"/>
              <a:t>VF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脈のない心室頻拍（</a:t>
            </a:r>
            <a:r>
              <a:rPr lang="en-US" altLang="ja-JP" sz="3200" dirty="0"/>
              <a:t>VT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r>
              <a:rPr lang="ja-JP" altLang="en-US" sz="3200" dirty="0"/>
              <a:t>電気ショックできない波形とは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無脈性電気活動（</a:t>
            </a:r>
            <a:r>
              <a:rPr lang="en-US" altLang="ja-JP" sz="3200" dirty="0"/>
              <a:t>PEA</a:t>
            </a:r>
            <a:r>
              <a:rPr lang="ja-JP" altLang="en-US" sz="3200" dirty="0"/>
              <a:t>）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　心静止（</a:t>
            </a:r>
            <a:r>
              <a:rPr kumimoji="1" lang="en-US" altLang="ja-JP" sz="3200" dirty="0"/>
              <a:t>Asystole</a:t>
            </a:r>
            <a:r>
              <a:rPr kumimoji="1" lang="ja-JP" altLang="en-US" sz="3200" dirty="0"/>
              <a:t>）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652689-8932-F4E6-2153-57782027B5B9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8D5967B-AC0C-D905-C6D9-DBE83682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65" y="2477375"/>
            <a:ext cx="5373859" cy="176612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2E269FA-5FE4-2244-6B49-FDC0A2FD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80" y="4533471"/>
            <a:ext cx="5310637" cy="14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F5D60-86E2-C89B-3597-A8866B03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特定行為とは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6A7DB4-262B-13A7-C6A4-5CB216A3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77" y="1825625"/>
            <a:ext cx="11859065" cy="4814326"/>
          </a:xfrm>
        </p:spPr>
        <p:txBody>
          <a:bodyPr>
            <a:normAutofit/>
          </a:bodyPr>
          <a:lstStyle/>
          <a:p>
            <a:r>
              <a:rPr kumimoji="1" lang="ja-JP" altLang="en-US" sz="3600" dirty="0"/>
              <a:t>救急救命士が行う処置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　静脈路確保、気管挿管、</a:t>
            </a:r>
            <a:r>
              <a:rPr kumimoji="1" lang="en-US" altLang="ja-JP" sz="3600" dirty="0"/>
              <a:t>LT</a:t>
            </a:r>
            <a:r>
              <a:rPr kumimoji="1" lang="ja-JP" altLang="en-US" sz="3600" dirty="0"/>
              <a:t>、アドレナリン</a:t>
            </a:r>
            <a:endParaRPr kumimoji="1" lang="en-US" altLang="ja-JP" sz="3600" dirty="0"/>
          </a:p>
          <a:p>
            <a:r>
              <a:rPr lang="ja-JP" altLang="en-US" sz="3600" dirty="0"/>
              <a:t>医師の指示が必要</a:t>
            </a:r>
            <a:endParaRPr lang="en-US" altLang="ja-JP" sz="3600" dirty="0"/>
          </a:p>
          <a:p>
            <a:r>
              <a:rPr kumimoji="1" lang="ja-JP" altLang="en-US" sz="3600" dirty="0"/>
              <a:t>準備に時間がかかりがち。場合によっては補助が必要</a:t>
            </a:r>
            <a:endParaRPr kumimoji="1" lang="en-US" altLang="ja-JP" sz="3600" dirty="0"/>
          </a:p>
          <a:p>
            <a:r>
              <a:rPr lang="ja-JP" altLang="en-US" sz="3600" dirty="0">
                <a:solidFill>
                  <a:srgbClr val="FF0000"/>
                </a:solidFill>
              </a:rPr>
              <a:t>医師の指示は救命士が受ける</a:t>
            </a:r>
            <a:endParaRPr lang="en-US" altLang="ja-JP" sz="3600" dirty="0">
              <a:solidFill>
                <a:srgbClr val="FF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69973B-3BF6-17EC-4ECC-578CB37919E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10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FB07FD-EE49-A2C7-89CC-8C372873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CPA</a:t>
            </a:r>
            <a:r>
              <a:rPr kumimoji="1" lang="ja-JP" altLang="en-US" dirty="0"/>
              <a:t>の現場の優先順位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80F5BA-76FE-1DFB-DF31-E63D9555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898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 dirty="0"/>
              <a:t>１．質の良い</a:t>
            </a:r>
            <a:r>
              <a:rPr kumimoji="1" lang="en-US" altLang="ja-JP" sz="3600" dirty="0"/>
              <a:t>BLS</a:t>
            </a:r>
            <a:r>
              <a:rPr kumimoji="1" lang="ja-JP" altLang="en-US" sz="3600" dirty="0"/>
              <a:t>（胸骨圧迫、人工呼吸）を早期に実施</a:t>
            </a:r>
            <a:endParaRPr kumimoji="1"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２．早期除細動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３．目撃状況</a:t>
            </a:r>
            <a:r>
              <a:rPr lang="ja-JP" altLang="en-US" sz="3600" dirty="0"/>
              <a:t>、</a:t>
            </a:r>
            <a:r>
              <a:rPr kumimoji="1" lang="ja-JP" altLang="en-US" sz="3600" dirty="0"/>
              <a:t>最終健常時刻（最後に話したり見た時間）</a:t>
            </a:r>
            <a:endParaRPr kumimoji="1"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４．既往歴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５．特定行為</a:t>
            </a:r>
            <a:endParaRPr kumimoji="1"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６．人定（名前</a:t>
            </a:r>
            <a:r>
              <a:rPr lang="ja-JP" altLang="en-US" sz="3600" dirty="0">
                <a:solidFill>
                  <a:srgbClr val="FF0000"/>
                </a:solidFill>
              </a:rPr>
              <a:t>カタカナ</a:t>
            </a:r>
            <a:r>
              <a:rPr lang="ja-JP" altLang="en-US" sz="3600" dirty="0"/>
              <a:t>　生年月日）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CCC2FE-3D51-7EFB-E916-7F8E8D47E57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917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159D5-9A94-77E0-5303-257F3852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65125"/>
            <a:ext cx="11995052" cy="1325563"/>
          </a:xfrm>
        </p:spPr>
        <p:txBody>
          <a:bodyPr/>
          <a:lstStyle/>
          <a:p>
            <a:r>
              <a:rPr kumimoji="1" lang="ja-JP" altLang="en-US" dirty="0"/>
              <a:t>チームダイナミクス（</a:t>
            </a:r>
            <a:r>
              <a:rPr lang="ja-JP" altLang="en-US" dirty="0"/>
              <a:t>ノンテクニカルスキル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C1D096-FB0A-D063-29AC-3DAD865D1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53428"/>
            <a:ext cx="11704319" cy="56372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r>
              <a:rPr lang="ja-JP" altLang="en-US" sz="4400" dirty="0"/>
              <a:t>知識の共有</a:t>
            </a:r>
            <a:endParaRPr lang="en-US" altLang="ja-JP" sz="4400" dirty="0"/>
          </a:p>
          <a:p>
            <a:r>
              <a:rPr kumimoji="1" lang="ja-JP" altLang="en-US" sz="4400" dirty="0"/>
              <a:t>要約と再評価</a:t>
            </a:r>
            <a:endParaRPr kumimoji="1" lang="en-US" altLang="ja-JP" sz="4400" dirty="0"/>
          </a:p>
          <a:p>
            <a:r>
              <a:rPr kumimoji="1" lang="ja-JP" altLang="en-US" sz="4400" dirty="0"/>
              <a:t>クローズドループコミュニケーション</a:t>
            </a:r>
            <a:endParaRPr kumimoji="1" lang="en-US" altLang="ja-JP" sz="4400" dirty="0"/>
          </a:p>
          <a:p>
            <a:r>
              <a:rPr lang="ja-JP" altLang="en-US" sz="4400" dirty="0"/>
              <a:t>明確なメッセージを伝える</a:t>
            </a:r>
            <a:endParaRPr kumimoji="1" lang="en-US" altLang="ja-JP" sz="4400" dirty="0"/>
          </a:p>
          <a:p>
            <a:r>
              <a:rPr kumimoji="1" lang="ja-JP" altLang="en-US" sz="4400" dirty="0"/>
              <a:t>相互尊重を示す</a:t>
            </a:r>
            <a:endParaRPr lang="en-US" altLang="ja-JP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2FF89D-8472-6C7F-3242-882424A4163A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890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F487-41B7-C0D0-F74C-5C6841AA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48CAA-D288-5FA3-05CB-F91EDF21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役割分担は明確にした方がいい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A1B180-4A79-4865-30B8-F1DD88151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64" y="133325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自分は何を優先してやるのか分からないと、効率的に動けない。</a:t>
            </a:r>
            <a:endParaRPr lang="en-US" altLang="ja-JP" dirty="0"/>
          </a:p>
          <a:p>
            <a:r>
              <a:rPr kumimoji="1" lang="en-US" altLang="ja-JP" dirty="0"/>
              <a:t>CPA</a:t>
            </a:r>
            <a:r>
              <a:rPr kumimoji="1" lang="ja-JP" altLang="en-US" dirty="0"/>
              <a:t>で自分が出来る優先順位の高いものは何かを考える。</a:t>
            </a:r>
            <a:endParaRPr kumimoji="1" lang="en-US" altLang="ja-JP" dirty="0"/>
          </a:p>
          <a:p>
            <a:r>
              <a:rPr lang="ja-JP" altLang="en-US" dirty="0"/>
              <a:t>効率的に動けないと、現場活動が遅くなる。</a:t>
            </a:r>
            <a:endParaRPr lang="en-US" altLang="ja-JP" dirty="0"/>
          </a:p>
          <a:p>
            <a:r>
              <a:rPr kumimoji="1" lang="ja-JP" altLang="en-US" dirty="0"/>
              <a:t>傷病者の不利益につながる。</a:t>
            </a:r>
            <a:endParaRPr kumimoji="1" lang="en-US" altLang="ja-JP" dirty="0"/>
          </a:p>
          <a:p>
            <a:r>
              <a:rPr lang="en-US" altLang="ja-JP" dirty="0"/>
              <a:t>CPA</a:t>
            </a:r>
            <a:r>
              <a:rPr lang="ja-JP" altLang="en-US" dirty="0"/>
              <a:t>でゆっくりやっていいことはない。</a:t>
            </a:r>
            <a:endParaRPr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18C35A-6669-3708-34D0-48091F1F8CB5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BF9970-BB37-BC8F-8181-135248376629}"/>
              </a:ext>
            </a:extLst>
          </p:cNvPr>
          <p:cNvSpPr txBox="1"/>
          <p:nvPr/>
        </p:nvSpPr>
        <p:spPr>
          <a:xfrm>
            <a:off x="350704" y="2067703"/>
            <a:ext cx="11690253" cy="313932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solidFill>
                  <a:schemeClr val="bg1"/>
                </a:solidFill>
              </a:rPr>
              <a:t>迅速な活動</a:t>
            </a:r>
            <a:r>
              <a:rPr lang="ja-JP" altLang="en-US" sz="6000" b="1" dirty="0">
                <a:solidFill>
                  <a:schemeClr val="bg1"/>
                </a:solidFill>
              </a:rPr>
              <a:t>＝効率化された活動</a:t>
            </a:r>
            <a:endParaRPr lang="en-US" altLang="ja-JP" sz="6000" b="1" dirty="0">
              <a:solidFill>
                <a:schemeClr val="bg1"/>
              </a:solidFill>
            </a:endParaRPr>
          </a:p>
          <a:p>
            <a:endParaRPr lang="en-US" altLang="ja-JP" sz="6000" b="1" dirty="0">
              <a:solidFill>
                <a:schemeClr val="bg1"/>
              </a:solidFill>
            </a:endParaRPr>
          </a:p>
          <a:p>
            <a:r>
              <a:rPr kumimoji="1" lang="ja-JP" altLang="en-US" sz="6000" b="1" dirty="0">
                <a:solidFill>
                  <a:schemeClr val="bg1"/>
                </a:solidFill>
              </a:rPr>
              <a:t>効率化＝明確な役割分担</a:t>
            </a:r>
          </a:p>
          <a:p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8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42727-E02A-4F60-95D4-9599C98E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</a:t>
            </a:r>
            <a:r>
              <a:rPr kumimoji="1" lang="ja-JP" altLang="en-US" dirty="0"/>
              <a:t>連携での役割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54CCF-FE49-4D53-278C-6C62137E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070080" cy="5032375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隊長救命士（リーダー）指示　情報収集　電話連絡　</a:t>
            </a:r>
            <a:r>
              <a:rPr kumimoji="1" lang="en-US" altLang="ja-JP" dirty="0"/>
              <a:t>DC</a:t>
            </a:r>
            <a:r>
              <a:rPr lang="ja-JP" altLang="en-US" dirty="0"/>
              <a:t>  </a:t>
            </a:r>
            <a:r>
              <a:rPr kumimoji="1" lang="ja-JP" altLang="en-US" dirty="0"/>
              <a:t>特定行為</a:t>
            </a:r>
            <a:endParaRPr kumimoji="1" lang="en-US" altLang="ja-JP" dirty="0"/>
          </a:p>
          <a:p>
            <a:r>
              <a:rPr lang="ja-JP" altLang="en-US" dirty="0"/>
              <a:t>救急隊員　胸骨圧迫</a:t>
            </a:r>
            <a:endParaRPr lang="en-US" altLang="ja-JP" dirty="0"/>
          </a:p>
          <a:p>
            <a:r>
              <a:rPr kumimoji="1" lang="ja-JP" altLang="en-US" dirty="0"/>
              <a:t>救急機関員　人工呼吸　</a:t>
            </a:r>
            <a:endParaRPr kumimoji="1" lang="en-US" altLang="ja-JP" dirty="0"/>
          </a:p>
          <a:p>
            <a:r>
              <a:rPr lang="ja-JP" altLang="en-US" dirty="0"/>
              <a:t>消防隊長　時間管理　</a:t>
            </a:r>
            <a:r>
              <a:rPr kumimoji="1" lang="ja-JP" altLang="en-US" dirty="0"/>
              <a:t>胸骨圧迫の質管理</a:t>
            </a:r>
            <a:endParaRPr lang="en-US" altLang="ja-JP" dirty="0"/>
          </a:p>
          <a:p>
            <a:r>
              <a:rPr kumimoji="1" lang="ja-JP" altLang="en-US" dirty="0"/>
              <a:t>消防隊員　ルーカスのセッティング　搬送準備</a:t>
            </a:r>
            <a:endParaRPr kumimoji="1" lang="en-US" altLang="ja-JP" dirty="0"/>
          </a:p>
          <a:p>
            <a:r>
              <a:rPr lang="ja-JP" altLang="en-US" dirty="0"/>
              <a:t>消防機関員　ルーカスのセッティング　搬送準備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267ED0-E210-C2B6-D8BC-743F7777776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206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B26D-16B1-8609-9AB6-CAC5B164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268B9-B1CD-5DBC-FB61-6E83A44C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意外と救命士がやる事が多い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6666D4-1008-FA54-9152-2708141E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8" y="1825625"/>
            <a:ext cx="11718388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隊長救命士（リーダー）指示　情報収集　電話連絡　</a:t>
            </a:r>
            <a:r>
              <a:rPr kumimoji="1" lang="en-US" altLang="ja-JP" dirty="0"/>
              <a:t>DC</a:t>
            </a:r>
            <a:r>
              <a:rPr kumimoji="1" lang="ja-JP" altLang="en-US" dirty="0"/>
              <a:t>、特定行為</a:t>
            </a:r>
            <a:endParaRPr kumimoji="1" lang="en-US" altLang="ja-JP" dirty="0"/>
          </a:p>
          <a:p>
            <a:r>
              <a:rPr lang="ja-JP" altLang="en-US" dirty="0"/>
              <a:t>救急隊員　胸骨圧迫</a:t>
            </a:r>
            <a:endParaRPr lang="en-US" altLang="ja-JP" dirty="0"/>
          </a:p>
          <a:p>
            <a:r>
              <a:rPr kumimoji="1" lang="ja-JP" altLang="en-US" dirty="0"/>
              <a:t>救急機関員　人工呼吸　</a:t>
            </a:r>
            <a:endParaRPr kumimoji="1" lang="en-US" altLang="ja-JP" dirty="0"/>
          </a:p>
          <a:p>
            <a:r>
              <a:rPr lang="ja-JP" altLang="en-US" dirty="0"/>
              <a:t>消防隊長　時間管理　</a:t>
            </a:r>
            <a:r>
              <a:rPr kumimoji="1" lang="ja-JP" altLang="en-US" dirty="0"/>
              <a:t>胸骨圧迫の質管理</a:t>
            </a:r>
            <a:endParaRPr lang="en-US" altLang="ja-JP" dirty="0"/>
          </a:p>
          <a:p>
            <a:r>
              <a:rPr kumimoji="1" lang="ja-JP" altLang="en-US" dirty="0"/>
              <a:t>消防隊員　ルーカスのセッティング　搬送準備</a:t>
            </a:r>
            <a:endParaRPr kumimoji="1" lang="en-US" altLang="ja-JP" dirty="0"/>
          </a:p>
          <a:p>
            <a:r>
              <a:rPr lang="ja-JP" altLang="en-US" dirty="0"/>
              <a:t>消防機関員　ルーカスのセッティング　搬送準備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E50F6D3-16D3-2C8C-2F51-563F690F51C8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7071D5-4669-38B8-2050-702051C4EDF5}"/>
              </a:ext>
            </a:extLst>
          </p:cNvPr>
          <p:cNvSpPr/>
          <p:nvPr/>
        </p:nvSpPr>
        <p:spPr>
          <a:xfrm>
            <a:off x="5444197" y="1828800"/>
            <a:ext cx="3418449" cy="61897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06D3663-8A62-15C5-E555-6D524056EFC5}"/>
              </a:ext>
            </a:extLst>
          </p:cNvPr>
          <p:cNvSpPr/>
          <p:nvPr/>
        </p:nvSpPr>
        <p:spPr>
          <a:xfrm>
            <a:off x="9833317" y="1772529"/>
            <a:ext cx="1798320" cy="67290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E5E4A9-5A28-3711-EBD8-03EE5DFD032F}"/>
              </a:ext>
            </a:extLst>
          </p:cNvPr>
          <p:cNvSpPr txBox="1"/>
          <p:nvPr/>
        </p:nvSpPr>
        <p:spPr>
          <a:xfrm>
            <a:off x="0" y="3179298"/>
            <a:ext cx="121920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solidFill>
                  <a:schemeClr val="bg1"/>
                </a:solidFill>
              </a:rPr>
              <a:t>救命士は、情報収集と特定行為に専念する</a:t>
            </a:r>
          </a:p>
        </p:txBody>
      </p:sp>
    </p:spTree>
    <p:extLst>
      <p:ext uri="{BB962C8B-B14F-4D97-AF65-F5344CB8AC3E}">
        <p14:creationId xmlns:p14="http://schemas.microsoft.com/office/powerpoint/2010/main" val="379357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BAA7-9FFB-ED11-14FD-58650F60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58FBB-014B-1620-A5D7-C7E74EF0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時間管理をすることで目標を明確にする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2AC281-914D-6302-618A-30F4A22F9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96" y="116444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lang="en-US" altLang="ja-JP" sz="3200" dirty="0"/>
              <a:t>2</a:t>
            </a:r>
            <a:r>
              <a:rPr lang="ja-JP" altLang="en-US" sz="3200" dirty="0"/>
              <a:t>分  特定行為指示要請</a:t>
            </a:r>
            <a:endParaRPr lang="en-US" altLang="ja-JP" sz="3200" dirty="0"/>
          </a:p>
          <a:p>
            <a:r>
              <a:rPr lang="en-US" altLang="ja-JP" sz="3200" dirty="0"/>
              <a:t>4</a:t>
            </a:r>
            <a:r>
              <a:rPr lang="ja-JP" altLang="en-US" sz="3200" dirty="0"/>
              <a:t>分  静脈路確保開始</a:t>
            </a:r>
            <a:endParaRPr lang="en-US" altLang="ja-JP" sz="3200" dirty="0"/>
          </a:p>
          <a:p>
            <a:r>
              <a:rPr lang="en-US" altLang="ja-JP" sz="3200" dirty="0"/>
              <a:t>10</a:t>
            </a:r>
            <a:r>
              <a:rPr lang="ja-JP" altLang="en-US" sz="3200" dirty="0"/>
              <a:t>分  アドレナリン投与</a:t>
            </a: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C43345-EC79-D33E-3FB8-EE4B53D2103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DC2CAE-0799-1BEF-B953-3855C9748650}"/>
              </a:ext>
            </a:extLst>
          </p:cNvPr>
          <p:cNvSpPr txBox="1"/>
          <p:nvPr/>
        </p:nvSpPr>
        <p:spPr>
          <a:xfrm>
            <a:off x="365760" y="4079631"/>
            <a:ext cx="10972800" cy="244682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ja-JP" altLang="en-US" sz="5400" b="1" dirty="0">
                <a:solidFill>
                  <a:schemeClr val="bg1"/>
                </a:solidFill>
              </a:rPr>
              <a:t>２分で特定行為指示要請＝</a:t>
            </a:r>
            <a:endParaRPr lang="en-US" altLang="ja-JP" sz="5400" b="1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ja-JP" altLang="en-US" sz="5400" b="1" dirty="0">
                <a:solidFill>
                  <a:schemeClr val="bg1"/>
                </a:solidFill>
              </a:rPr>
              <a:t>救命士が情報収集に専念する</a:t>
            </a:r>
            <a:endParaRPr lang="en-US" altLang="ja-JP" sz="5400" b="1" dirty="0">
              <a:solidFill>
                <a:schemeClr val="bg1"/>
              </a:solidFill>
            </a:endParaRPr>
          </a:p>
          <a:p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45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2EE5-A81B-CB16-5DB0-E61220AB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CBA16-2781-D240-CCD9-FBDCB796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特定行為指示要請に必要な情報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D5191C-4637-F6A6-2310-45593EEF81B2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D26609E-245D-0A6C-4CDB-3E812EE5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年齢、性別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目撃あり、なし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R="0" lvl="0" rtl="0"/>
            <a:r>
              <a:rPr lang="ja-JP" altLang="en-US" sz="5400" b="1" kern="100" dirty="0">
                <a:latin typeface="游ゴシック Light" panose="020B0300000000000000" pitchFamily="50" charset="-128"/>
                <a:ea typeface="游ゴシック Light" panose="020B0300000000000000" pitchFamily="50" charset="-128"/>
              </a:rPr>
              <a:t>初期心電図波形</a:t>
            </a:r>
            <a:endParaRPr lang="en-US" altLang="ja-JP" sz="5400" b="1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  <a:p>
            <a:pPr marL="0" marR="0" lvl="0" indent="0" rtl="0">
              <a:buNone/>
            </a:pPr>
            <a:endParaRPr lang="en-US" altLang="ja-JP" sz="5400" kern="100" dirty="0">
              <a:latin typeface="游ゴシック Light" panose="020B0300000000000000" pitchFamily="50" charset="-128"/>
              <a:ea typeface="游ゴシック Light" panose="020B03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07AC7C-8E04-3AD6-3B6D-150E0F917F68}"/>
              </a:ext>
            </a:extLst>
          </p:cNvPr>
          <p:cNvSpPr txBox="1"/>
          <p:nvPr/>
        </p:nvSpPr>
        <p:spPr>
          <a:xfrm>
            <a:off x="6800873" y="1737695"/>
            <a:ext cx="4695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800" dirty="0"/>
          </a:p>
          <a:p>
            <a:r>
              <a:rPr lang="ja-JP" altLang="en-US" sz="3600" b="1" dirty="0"/>
              <a:t>既往歴、かかりつけ</a:t>
            </a:r>
            <a:endParaRPr lang="en-US" altLang="ja-JP" sz="36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A0D802-52B1-48F3-DD0F-A98285F5606D}"/>
              </a:ext>
            </a:extLst>
          </p:cNvPr>
          <p:cNvSpPr txBox="1"/>
          <p:nvPr/>
        </p:nvSpPr>
        <p:spPr>
          <a:xfrm>
            <a:off x="6853122" y="3499690"/>
            <a:ext cx="46958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800" dirty="0"/>
          </a:p>
          <a:p>
            <a:r>
              <a:rPr lang="en-US" altLang="ja-JP" sz="4800" dirty="0"/>
              <a:t>ADL</a:t>
            </a:r>
            <a:r>
              <a:rPr lang="ja-JP" altLang="en-US" sz="4800" dirty="0"/>
              <a:t>、</a:t>
            </a:r>
            <a:r>
              <a:rPr lang="en-US" altLang="ja-JP" sz="4800" dirty="0"/>
              <a:t>DNAR</a:t>
            </a:r>
          </a:p>
        </p:txBody>
      </p:sp>
    </p:spTree>
    <p:extLst>
      <p:ext uri="{BB962C8B-B14F-4D97-AF65-F5344CB8AC3E}">
        <p14:creationId xmlns:p14="http://schemas.microsoft.com/office/powerpoint/2010/main" val="180383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CD7C-95CE-00DE-AAD3-A983D6D3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2C678-366C-AF55-86C6-9C06C56F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迷うポイント１　パッド？</a:t>
            </a:r>
            <a:r>
              <a:rPr kumimoji="1" lang="en-US" altLang="ja-JP" dirty="0"/>
              <a:t>3</a:t>
            </a:r>
            <a:r>
              <a:rPr kumimoji="1" lang="ja-JP" altLang="en-US" dirty="0"/>
              <a:t>点誘導？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17327D-CB06-17EC-E3F6-5F51EC65B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924592-834F-F4E1-5F95-350319E388FA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796DFF1-CC2C-13AD-4F5D-1F851698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332" y="1536599"/>
            <a:ext cx="3647791" cy="271184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CDD7E49-61F3-585B-BD10-FD6A1A495919}"/>
              </a:ext>
            </a:extLst>
          </p:cNvPr>
          <p:cNvSpPr txBox="1">
            <a:spLocks/>
          </p:cNvSpPr>
          <p:nvPr/>
        </p:nvSpPr>
        <p:spPr>
          <a:xfrm>
            <a:off x="168811" y="1659988"/>
            <a:ext cx="11844997" cy="50362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b="1" dirty="0">
                <a:solidFill>
                  <a:srgbClr val="FF0000"/>
                </a:solidFill>
              </a:rPr>
              <a:t>基本はパッド</a:t>
            </a:r>
            <a:r>
              <a:rPr lang="en-US" altLang="ja-JP" sz="4000" b="1" dirty="0">
                <a:solidFill>
                  <a:srgbClr val="FF0000"/>
                </a:solidFill>
              </a:rPr>
              <a:t>!!!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社会死の可能性が高いときのみ３点誘導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社会死の可能性が高いとき・・・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dirty="0"/>
              <a:t>　目撃なし、最終健常時刻から時間がたっている。　　　体が冷たい。下顎が固い。</a:t>
            </a:r>
            <a:endParaRPr lang="en-US" altLang="ja-JP" sz="4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000" b="1" dirty="0">
                <a:solidFill>
                  <a:srgbClr val="FF0000"/>
                </a:solidFill>
              </a:rPr>
              <a:t>判断に迷えばパッド！！！</a:t>
            </a:r>
            <a:endParaRPr lang="en-US" altLang="ja-JP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725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9819-D28C-2CC9-167F-2980859C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A99F918-8DF3-CDB6-B897-3D0E71BA4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080" y="1617784"/>
            <a:ext cx="2880920" cy="232853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0299403-6016-B594-4DA7-E66FE9204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kumimoji="1" lang="ja-JP" altLang="en-US" dirty="0"/>
              <a:t>迷うポイント</a:t>
            </a:r>
            <a:r>
              <a:rPr kumimoji="1" lang="en-US" altLang="ja-JP" dirty="0"/>
              <a:t>2</a:t>
            </a:r>
            <a:r>
              <a:rPr kumimoji="1" lang="ja-JP" altLang="en-US" dirty="0"/>
              <a:t>　すぐ車内に入れる？除細動？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634493-2102-A8BF-B468-CD9DED43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FEB8AE-F472-C273-EBD1-B73303F27B6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3CAF9EC-8F71-FF5F-0A0C-FDAF2DEB14D2}"/>
              </a:ext>
            </a:extLst>
          </p:cNvPr>
          <p:cNvSpPr txBox="1">
            <a:spLocks/>
          </p:cNvSpPr>
          <p:nvPr/>
        </p:nvSpPr>
        <p:spPr>
          <a:xfrm>
            <a:off x="182881" y="1853760"/>
            <a:ext cx="11704320" cy="4870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基本はその場で</a:t>
            </a:r>
            <a:r>
              <a:rPr lang="en-US" altLang="ja-JP" sz="4400" b="1" dirty="0">
                <a:solidFill>
                  <a:srgbClr val="FF0000"/>
                </a:solidFill>
              </a:rPr>
              <a:t>BLS</a:t>
            </a:r>
            <a:r>
              <a:rPr lang="ja-JP" altLang="en-US" sz="4400" b="1" dirty="0">
                <a:solidFill>
                  <a:srgbClr val="FF0000"/>
                </a:solidFill>
              </a:rPr>
              <a:t>、除細動を実施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除細動が１分遅れると蘇生率は</a:t>
            </a:r>
            <a:r>
              <a:rPr lang="en-US" altLang="ja-JP" sz="4400" dirty="0"/>
              <a:t>10%</a:t>
            </a:r>
            <a:r>
              <a:rPr lang="ja-JP" altLang="en-US" sz="4400" dirty="0"/>
              <a:t>低下</a:t>
            </a:r>
            <a:endParaRPr lang="en-US" altLang="ja-JP" sz="4400" baseline="30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車内を優先させる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　現場が危険、除細動器装着に時間がかかる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あまりないシチュエーション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2488563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DEBE-6B2D-0AEE-0B0B-29EE6F70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2AB71BF-EA21-4D5F-7503-118E8FD0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882" y="1282893"/>
            <a:ext cx="3330497" cy="254833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366949C-C6BD-3AC4-FAE3-B864E01A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kumimoji="1" lang="ja-JP" altLang="en-US" dirty="0"/>
              <a:t>迷うポイント</a:t>
            </a:r>
            <a:r>
              <a:rPr kumimoji="1" lang="en-US" altLang="ja-JP" dirty="0"/>
              <a:t>3</a:t>
            </a:r>
            <a:r>
              <a:rPr kumimoji="1" lang="ja-JP" altLang="en-US" dirty="0"/>
              <a:t>　</a:t>
            </a:r>
            <a:r>
              <a:rPr lang="ja-JP" altLang="en-US" dirty="0"/>
              <a:t>ルーカスはどこでつけるか？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AAFC08-3B79-3D0A-1E81-05A0FD0F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EEDE837-2B56-BF30-29F6-D2F2ACB9200E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DD381B81-7DB0-3E13-8E21-699BF454696D}"/>
              </a:ext>
            </a:extLst>
          </p:cNvPr>
          <p:cNvSpPr txBox="1">
            <a:spLocks/>
          </p:cNvSpPr>
          <p:nvPr/>
        </p:nvSpPr>
        <p:spPr>
          <a:xfrm>
            <a:off x="168812" y="1853760"/>
            <a:ext cx="11887200" cy="5004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基本はその場で装着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百歩譲って玄関で装着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傷病者移動時は有効な胸骨圧迫ができない</a:t>
            </a:r>
            <a:endParaRPr lang="en-US" altLang="ja-JP" sz="4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まれにストレッチャー上で装着を試みる人がいるが逆につけずらく時間がかかる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1812096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DB68-890A-48C3-5175-67370A31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C44DD3C-34BA-89A7-FCBD-B3B2E5DA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494" y="2250185"/>
            <a:ext cx="4467849" cy="8383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C41B8A5-B976-B1FC-6DBF-939C0014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kumimoji="1" lang="ja-JP" altLang="en-US" dirty="0"/>
              <a:t>迷うポイント</a:t>
            </a:r>
            <a:r>
              <a:rPr kumimoji="1" lang="en-US" altLang="ja-JP" dirty="0"/>
              <a:t>4</a:t>
            </a:r>
            <a:r>
              <a:rPr kumimoji="1" lang="ja-JP" altLang="en-US" dirty="0"/>
              <a:t>　</a:t>
            </a:r>
            <a:r>
              <a:rPr lang="ja-JP" altLang="en-US" dirty="0"/>
              <a:t>静脈路確保の実施場所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67A57-DB01-A84E-F768-DFDE4F887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D3DF99-ED32-64F7-5DA2-CA69D915A57D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303808B-C318-994D-498C-99FFF948FA2A}"/>
              </a:ext>
            </a:extLst>
          </p:cNvPr>
          <p:cNvSpPr txBox="1">
            <a:spLocks/>
          </p:cNvSpPr>
          <p:nvPr/>
        </p:nvSpPr>
        <p:spPr>
          <a:xfrm>
            <a:off x="196946" y="1670880"/>
            <a:ext cx="11840155" cy="4012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アドレナリン投与が１分遅れるごとに蘇生率</a:t>
            </a:r>
            <a:r>
              <a:rPr lang="en-US" altLang="ja-JP" sz="4400" b="1" dirty="0">
                <a:solidFill>
                  <a:srgbClr val="FF0000"/>
                </a:solidFill>
              </a:rPr>
              <a:t>4%</a:t>
            </a:r>
            <a:r>
              <a:rPr lang="ja-JP" altLang="en-US" sz="4400" b="1" dirty="0">
                <a:solidFill>
                  <a:srgbClr val="FF0000"/>
                </a:solidFill>
              </a:rPr>
              <a:t>低下</a:t>
            </a:r>
            <a:r>
              <a:rPr lang="en-US" altLang="ja-JP" sz="4400" b="1" baseline="30000" dirty="0">
                <a:solidFill>
                  <a:srgbClr val="FF0000"/>
                </a:solidFill>
              </a:rPr>
              <a:t>3)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特定行為指示要請完了までの平均時間３分</a:t>
            </a:r>
            <a:r>
              <a:rPr lang="en-US" altLang="ja-JP" sz="4400" b="1" baseline="30000" dirty="0">
                <a:solidFill>
                  <a:srgbClr val="FF0000"/>
                </a:solidFill>
              </a:rPr>
              <a:t>4)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３分以内に車内収容できれば車内で実施は</a:t>
            </a:r>
            <a:r>
              <a:rPr lang="en-US" altLang="ja-JP" sz="4400" dirty="0"/>
              <a:t>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dirty="0"/>
              <a:t>静脈のうっ血がないのに現場に留まるのは微妙</a:t>
            </a:r>
            <a:endParaRPr lang="en-US" altLang="ja-JP" sz="4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825BD1-A668-DBD8-1C09-D371A2F671DD}"/>
              </a:ext>
            </a:extLst>
          </p:cNvPr>
          <p:cNvSpPr txBox="1"/>
          <p:nvPr/>
        </p:nvSpPr>
        <p:spPr>
          <a:xfrm>
            <a:off x="393895" y="5655212"/>
            <a:ext cx="11605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) </a:t>
            </a:r>
            <a:r>
              <a:rPr lang="en-IN" altLang="ja-JP" sz="1800" kern="0" dirty="0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Hansen M: Time to epinephrine administration and survival from </a:t>
            </a:r>
            <a:r>
              <a:rPr lang="en-IN" altLang="ja-JP" sz="1800" kern="0" dirty="0" err="1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nonshockable</a:t>
            </a:r>
            <a:r>
              <a:rPr lang="en-IN" altLang="ja-JP" sz="1800" kern="0" dirty="0">
                <a:effectLst/>
                <a:latin typeface="Times New Roman" panose="02020603050405020304" pitchFamily="18" charset="0"/>
                <a:ea typeface="Meiryo UI" panose="020B0604030504040204" pitchFamily="50" charset="-128"/>
              </a:rPr>
              <a:t> out-of-hospital cardiac arrest among children and adults. Circulation 2018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51EA08-A1D7-0BE8-05F0-A19D372CD06A}"/>
              </a:ext>
            </a:extLst>
          </p:cNvPr>
          <p:cNvSpPr txBox="1"/>
          <p:nvPr/>
        </p:nvSpPr>
        <p:spPr>
          <a:xfrm>
            <a:off x="417342" y="6323818"/>
            <a:ext cx="1160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4)</a:t>
            </a:r>
            <a:r>
              <a:rPr lang="ja-JP" altLang="ja-JP" sz="1800" dirty="0">
                <a:solidFill>
                  <a:srgbClr val="000000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厚生労働省</a:t>
            </a:r>
            <a:r>
              <a:rPr lang="en-US" altLang="ja-JP" sz="1800" dirty="0">
                <a:solidFill>
                  <a:srgbClr val="000000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:</a:t>
            </a:r>
            <a:r>
              <a:rPr lang="en-US" altLang="ja-JP" sz="1800" dirty="0">
                <a:solidFill>
                  <a:srgbClr val="000000"/>
                </a:solidFill>
                <a:effectLst/>
                <a:latin typeface="ＭＳ 明朝" panose="02020609040205080304" pitchFamily="17" charset="-128"/>
                <a:cs typeface="Times New Roman" panose="02020603050405020304" pitchFamily="18" charset="0"/>
              </a:rPr>
              <a:t> </a:t>
            </a:r>
            <a:r>
              <a:rPr lang="ja-JP" altLang="ja-JP" sz="1800" dirty="0">
                <a:solidFill>
                  <a:srgbClr val="000000"/>
                </a:solidFill>
                <a:effectLst/>
                <a:ea typeface="ＭＳ 明朝" panose="02020609040205080304" pitchFamily="17" charset="-128"/>
                <a:cs typeface="Times New Roman" panose="02020603050405020304" pitchFamily="18" charset="0"/>
              </a:rPr>
              <a:t>新しい救急救命処置に関する検討状況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6351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7962-D309-8810-B8CF-0F464C24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38A7D-FE42-9E17-4976-C6C03E6E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lang="ja-JP" altLang="en-US" dirty="0"/>
              <a:t>まとめ</a:t>
            </a:r>
            <a:r>
              <a:rPr lang="en-US" altLang="ja-JP" dirty="0"/>
              <a:t>1</a:t>
            </a:r>
            <a:r>
              <a:rPr lang="ja-JP" altLang="en-US" dirty="0"/>
              <a:t>　</a:t>
            </a:r>
            <a:r>
              <a:rPr lang="en-US" altLang="ja-JP" dirty="0"/>
              <a:t>CPA</a:t>
            </a:r>
            <a:r>
              <a:rPr lang="ja-JP" altLang="en-US" dirty="0"/>
              <a:t>の優先順位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234CB1-11F7-8EB5-01C4-CDF595637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C30886-41F8-7A8B-2ED7-4525E5A57860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26010F3-9941-8F50-993E-E382400B9DC7}"/>
              </a:ext>
            </a:extLst>
          </p:cNvPr>
          <p:cNvSpPr txBox="1">
            <a:spLocks/>
          </p:cNvSpPr>
          <p:nvPr/>
        </p:nvSpPr>
        <p:spPr>
          <a:xfrm>
            <a:off x="196947" y="1670880"/>
            <a:ext cx="11995053" cy="4012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1.</a:t>
            </a:r>
            <a:r>
              <a:rPr lang="ja-JP" altLang="en-US" sz="4400" b="1" dirty="0">
                <a:solidFill>
                  <a:srgbClr val="FF0000"/>
                </a:solidFill>
              </a:rPr>
              <a:t>質の良い</a:t>
            </a:r>
            <a:r>
              <a:rPr lang="en-US" altLang="ja-JP" sz="4400" b="1" dirty="0">
                <a:solidFill>
                  <a:srgbClr val="FF0000"/>
                </a:solidFill>
              </a:rPr>
              <a:t>BLS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2.</a:t>
            </a:r>
            <a:r>
              <a:rPr lang="ja-JP" altLang="en-US" sz="4400" b="1" dirty="0">
                <a:solidFill>
                  <a:srgbClr val="FF0000"/>
                </a:solidFill>
              </a:rPr>
              <a:t>早期除細動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3.</a:t>
            </a:r>
            <a:r>
              <a:rPr lang="ja-JP" altLang="en-US" sz="4400" b="1" dirty="0">
                <a:solidFill>
                  <a:srgbClr val="FF0000"/>
                </a:solidFill>
              </a:rPr>
              <a:t>早期アドレナリン投与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4400" b="1" dirty="0">
                <a:solidFill>
                  <a:srgbClr val="FF0000"/>
                </a:solidFill>
              </a:rPr>
              <a:t>4.</a:t>
            </a:r>
            <a:r>
              <a:rPr lang="ja-JP" altLang="en-US" sz="4400" b="1" dirty="0">
                <a:solidFill>
                  <a:srgbClr val="FF0000"/>
                </a:solidFill>
              </a:rPr>
              <a:t>早期搬送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104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118A-EBA6-239D-FD3C-E31C3456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63328-0FF8-905F-2F69-B85C41DA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" y="365125"/>
            <a:ext cx="11844997" cy="1325563"/>
          </a:xfrm>
        </p:spPr>
        <p:txBody>
          <a:bodyPr/>
          <a:lstStyle/>
          <a:p>
            <a:r>
              <a:rPr lang="ja-JP" altLang="en-US" dirty="0"/>
              <a:t>まとめ</a:t>
            </a:r>
            <a:r>
              <a:rPr lang="en-US" altLang="ja-JP" dirty="0"/>
              <a:t>2</a:t>
            </a:r>
            <a:r>
              <a:rPr lang="ja-JP" altLang="en-US" dirty="0"/>
              <a:t>　今後の目標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7F50A4-FC2B-55D5-2915-370271C3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7412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4BC11F-6ADF-3836-24A9-9A4A310C774F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E04271D-8BFA-D72E-00C9-DF6CD71829AF}"/>
              </a:ext>
            </a:extLst>
          </p:cNvPr>
          <p:cNvSpPr txBox="1">
            <a:spLocks/>
          </p:cNvSpPr>
          <p:nvPr/>
        </p:nvSpPr>
        <p:spPr>
          <a:xfrm>
            <a:off x="196947" y="1825625"/>
            <a:ext cx="11995053" cy="4012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明確な役割分担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時間管理が大事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救急救命士は、情報聴取、特定行為に集中する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400" b="1" dirty="0">
                <a:solidFill>
                  <a:srgbClr val="FF0000"/>
                </a:solidFill>
              </a:rPr>
              <a:t>チームダイナミクスにより役割分担を明確にする</a:t>
            </a: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7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A9ADFD-E285-9063-F406-71C3D18F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CPA</a:t>
            </a:r>
            <a:r>
              <a:rPr lang="ja-JP" altLang="en-US" dirty="0"/>
              <a:t>現場を学ぶコース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D41D1-9EEE-5647-726B-0952B852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1825624"/>
            <a:ext cx="11549575" cy="5032375"/>
          </a:xfrm>
        </p:spPr>
        <p:txBody>
          <a:bodyPr>
            <a:normAutofit/>
          </a:bodyPr>
          <a:lstStyle/>
          <a:p>
            <a:r>
              <a:rPr kumimoji="1" lang="en-US" altLang="ja-JP" sz="5400" dirty="0"/>
              <a:t>BANDO-BLS</a:t>
            </a:r>
          </a:p>
          <a:p>
            <a:r>
              <a:rPr lang="en-US" altLang="ja-JP" sz="5400" dirty="0"/>
              <a:t>AHA-BLS</a:t>
            </a:r>
          </a:p>
          <a:p>
            <a:r>
              <a:rPr kumimoji="1" lang="en-US" altLang="ja-JP" sz="5400" dirty="0"/>
              <a:t>BANDO-ICLS</a:t>
            </a:r>
          </a:p>
          <a:p>
            <a:r>
              <a:rPr lang="en-US" altLang="ja-JP" sz="5400" dirty="0"/>
              <a:t>AHA-ACLS</a:t>
            </a:r>
            <a:endParaRPr kumimoji="1" lang="ja-JP" altLang="en-US" sz="36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701393-BE30-69AB-D5CE-8EAC370B0B09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228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A9ADFD-E285-9063-F406-71C3D18F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教材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701393-BE30-69AB-D5CE-8EAC370B0B09}"/>
              </a:ext>
            </a:extLst>
          </p:cNvPr>
          <p:cNvSpPr/>
          <p:nvPr/>
        </p:nvSpPr>
        <p:spPr>
          <a:xfrm>
            <a:off x="0" y="1378634"/>
            <a:ext cx="12192000" cy="9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5C86D1B-1FD1-4BB5-08F3-16F2058CF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524" y="1659422"/>
            <a:ext cx="2911180" cy="421214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9DCBC00-DB9B-323B-9395-76A8F4723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921" y="1645920"/>
            <a:ext cx="2786072" cy="401003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CF94A8E-3F71-2C27-BFD9-72911F61C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9988"/>
            <a:ext cx="2581593" cy="42002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3A6456C-9F28-0459-0666-C2D777ACA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909" y="142556"/>
            <a:ext cx="2467319" cy="353426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98D6162-ACF2-3EE8-3EDE-67932A34B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523" y="3314205"/>
            <a:ext cx="252447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77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059DFF-3B8B-B174-3585-8DF42AC1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kumimoji="1" lang="ja-JP" altLang="en-US" sz="5400"/>
              <a:t>アンケート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B7C5C-33EA-FAF2-9B16-3D21A9D3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kumimoji="1" lang="en-US" altLang="ja-JP" sz="2200">
                <a:hlinkClick r:id="rId2"/>
              </a:rPr>
              <a:t>https://forms.gle/sunVAZHfyeyqLUZr7</a:t>
            </a:r>
            <a:endParaRPr kumimoji="1" lang="en-US" altLang="ja-JP" sz="2200"/>
          </a:p>
          <a:p>
            <a:endParaRPr lang="en-US" altLang="ja-JP" sz="2200"/>
          </a:p>
          <a:p>
            <a:endParaRPr kumimoji="1" lang="ja-JP" altLang="en-US" sz="2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1977CE-C30E-71C6-9976-4DB0A266B9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6794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5388</TotalTime>
  <Words>1147</Words>
  <Application>Microsoft Office PowerPoint</Application>
  <PresentationFormat>ワイド画面</PresentationFormat>
  <Paragraphs>178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7" baseType="lpstr">
      <vt:lpstr>Google Sans</vt:lpstr>
      <vt:lpstr>ＭＳ 明朝</vt:lpstr>
      <vt:lpstr>メイリオ</vt:lpstr>
      <vt:lpstr>游ゴシック</vt:lpstr>
      <vt:lpstr>游ゴシック Light</vt:lpstr>
      <vt:lpstr>Arial</vt:lpstr>
      <vt:lpstr>Calibri</vt:lpstr>
      <vt:lpstr>Times New Roman</vt:lpstr>
      <vt:lpstr>Office テーマ</vt:lpstr>
      <vt:lpstr>救急活動の心得　CPA編</vt:lpstr>
      <vt:lpstr>    注意： この講義だけで、現場活動ができるようになるわけではありません。</vt:lpstr>
      <vt:lpstr>PowerPoint プレゼンテーション</vt:lpstr>
      <vt:lpstr>心肺停止とは</vt:lpstr>
      <vt:lpstr>CPAの現状（全国）2)</vt:lpstr>
      <vt:lpstr>CPAの現状（西南）令和５年１月～１２月</vt:lpstr>
      <vt:lpstr>CPAでやるべき処置</vt:lpstr>
      <vt:lpstr>CPAでやるべきこと（処置以外）</vt:lpstr>
      <vt:lpstr>BLS</vt:lpstr>
      <vt:lpstr>胸骨圧迫の注意点</vt:lpstr>
      <vt:lpstr>除細動</vt:lpstr>
      <vt:lpstr>特定行為とは</vt:lpstr>
      <vt:lpstr>CPAの現場の優先順位</vt:lpstr>
      <vt:lpstr>チームダイナミクス（ノンテクニカルスキル）</vt:lpstr>
      <vt:lpstr>役割分担は明確にした方がいい</vt:lpstr>
      <vt:lpstr>PA連携での役割</vt:lpstr>
      <vt:lpstr>意外と救命士がやる事が多い</vt:lpstr>
      <vt:lpstr>時間管理をすることで目標を明確にする</vt:lpstr>
      <vt:lpstr>特定行為指示要請に必要な情報</vt:lpstr>
      <vt:lpstr>迷うポイント１　パッド？3点誘導？</vt:lpstr>
      <vt:lpstr>迷うポイント2　すぐ車内に入れる？除細動？</vt:lpstr>
      <vt:lpstr>迷うポイント3　ルーカスはどこでつけるか？</vt:lpstr>
      <vt:lpstr>迷うポイント4　静脈路確保の実施場所</vt:lpstr>
      <vt:lpstr>まとめ1　CPAの優先順位</vt:lpstr>
      <vt:lpstr>まとめ2　今後の目標</vt:lpstr>
      <vt:lpstr>CPA現場を学ぶコース</vt:lpstr>
      <vt:lpstr>教材</vt:lpstr>
      <vt:lpstr>アンケート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救急活動の心得　CPA編</dc:title>
  <dc:creator>中村　哲久</dc:creator>
  <cp:lastModifiedBy>哲久 中村</cp:lastModifiedBy>
  <cp:revision>1</cp:revision>
  <dcterms:created xsi:type="dcterms:W3CDTF">2024-01-24T13:42:35Z</dcterms:created>
  <dcterms:modified xsi:type="dcterms:W3CDTF">2025-07-03T04:21:54Z</dcterms:modified>
</cp:coreProperties>
</file>