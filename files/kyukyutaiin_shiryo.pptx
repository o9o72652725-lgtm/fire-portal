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01F3307-92C8-4502-B1D6-03DC36C44FC2}" v="5" dt="2024-08-31T15:43:13.43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55" autoAdjust="0"/>
    <p:restoredTop sz="94660"/>
  </p:normalViewPr>
  <p:slideViewPr>
    <p:cSldViewPr snapToGrid="0">
      <p:cViewPr varScale="1">
        <p:scale>
          <a:sx n="64" d="100"/>
          <a:sy n="64" d="100"/>
        </p:scale>
        <p:origin x="25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哲久 中村" userId="959916a84418345a" providerId="LiveId" clId="{401F3307-92C8-4502-B1D6-03DC36C44FC2}"/>
    <pc:docChg chg="custSel addSld modSld">
      <pc:chgData name="哲久 中村" userId="959916a84418345a" providerId="LiveId" clId="{401F3307-92C8-4502-B1D6-03DC36C44FC2}" dt="2024-08-31T15:44:11.135" v="2096" actId="692"/>
      <pc:docMkLst>
        <pc:docMk/>
      </pc:docMkLst>
      <pc:sldChg chg="modSp mod">
        <pc:chgData name="哲久 中村" userId="959916a84418345a" providerId="LiveId" clId="{401F3307-92C8-4502-B1D6-03DC36C44FC2}" dt="2024-08-27T04:30:18.929" v="172" actId="20577"/>
        <pc:sldMkLst>
          <pc:docMk/>
          <pc:sldMk cId="1628327353" sldId="257"/>
        </pc:sldMkLst>
        <pc:spChg chg="mod">
          <ac:chgData name="哲久 中村" userId="959916a84418345a" providerId="LiveId" clId="{401F3307-92C8-4502-B1D6-03DC36C44FC2}" dt="2024-08-27T04:30:18.929" v="172" actId="20577"/>
          <ac:spMkLst>
            <pc:docMk/>
            <pc:sldMk cId="1628327353" sldId="257"/>
            <ac:spMk id="3" creationId="{5E8A3E55-4CEC-120D-70D3-0E3AAA8822FF}"/>
          </ac:spMkLst>
        </pc:spChg>
      </pc:sldChg>
      <pc:sldChg chg="addSp delSp modSp mod">
        <pc:chgData name="哲久 中村" userId="959916a84418345a" providerId="LiveId" clId="{401F3307-92C8-4502-B1D6-03DC36C44FC2}" dt="2024-08-27T04:32:31.527" v="177" actId="403"/>
        <pc:sldMkLst>
          <pc:docMk/>
          <pc:sldMk cId="3221642605" sldId="259"/>
        </pc:sldMkLst>
        <pc:spChg chg="mod">
          <ac:chgData name="哲久 中村" userId="959916a84418345a" providerId="LiveId" clId="{401F3307-92C8-4502-B1D6-03DC36C44FC2}" dt="2024-08-27T04:32:31.527" v="177" actId="403"/>
          <ac:spMkLst>
            <pc:docMk/>
            <pc:sldMk cId="3221642605" sldId="259"/>
            <ac:spMk id="2" creationId="{15F57CE6-EE6C-2175-CAC1-35DE08A69F15}"/>
          </ac:spMkLst>
        </pc:spChg>
        <pc:spChg chg="del">
          <ac:chgData name="哲久 中村" userId="959916a84418345a" providerId="LiveId" clId="{401F3307-92C8-4502-B1D6-03DC36C44FC2}" dt="2024-08-26T14:22:07.182" v="3" actId="22"/>
          <ac:spMkLst>
            <pc:docMk/>
            <pc:sldMk cId="3221642605" sldId="259"/>
            <ac:spMk id="3" creationId="{DD810C4C-FB83-8017-BE7D-9CD89A9C0CF8}"/>
          </ac:spMkLst>
        </pc:spChg>
        <pc:picChg chg="add mod">
          <ac:chgData name="哲久 中村" userId="959916a84418345a" providerId="LiveId" clId="{401F3307-92C8-4502-B1D6-03DC36C44FC2}" dt="2024-08-26T14:21:16.373" v="2" actId="14100"/>
          <ac:picMkLst>
            <pc:docMk/>
            <pc:sldMk cId="3221642605" sldId="259"/>
            <ac:picMk id="5" creationId="{50597010-3EB6-7CB4-3F1F-19417C3F7CC8}"/>
          </ac:picMkLst>
        </pc:picChg>
        <pc:picChg chg="add mod ord">
          <ac:chgData name="哲久 中村" userId="959916a84418345a" providerId="LiveId" clId="{401F3307-92C8-4502-B1D6-03DC36C44FC2}" dt="2024-08-26T14:22:14.938" v="5" actId="14100"/>
          <ac:picMkLst>
            <pc:docMk/>
            <pc:sldMk cId="3221642605" sldId="259"/>
            <ac:picMk id="7" creationId="{7327C9E1-ABFC-A430-C0D2-A70A396E6C0E}"/>
          </ac:picMkLst>
        </pc:picChg>
      </pc:sldChg>
      <pc:sldChg chg="addSp modSp new mod">
        <pc:chgData name="哲久 中村" userId="959916a84418345a" providerId="LiveId" clId="{401F3307-92C8-4502-B1D6-03DC36C44FC2}" dt="2024-08-27T04:47:18.497" v="349" actId="20577"/>
        <pc:sldMkLst>
          <pc:docMk/>
          <pc:sldMk cId="3009134594" sldId="260"/>
        </pc:sldMkLst>
        <pc:spChg chg="mod">
          <ac:chgData name="哲久 中村" userId="959916a84418345a" providerId="LiveId" clId="{401F3307-92C8-4502-B1D6-03DC36C44FC2}" dt="2024-08-27T04:43:53.781" v="194" actId="20577"/>
          <ac:spMkLst>
            <pc:docMk/>
            <pc:sldMk cId="3009134594" sldId="260"/>
            <ac:spMk id="2" creationId="{C2C8B31A-CD36-69FC-1065-9ED12726551B}"/>
          </ac:spMkLst>
        </pc:spChg>
        <pc:spChg chg="mod">
          <ac:chgData name="哲久 中村" userId="959916a84418345a" providerId="LiveId" clId="{401F3307-92C8-4502-B1D6-03DC36C44FC2}" dt="2024-08-27T04:47:18.497" v="349" actId="20577"/>
          <ac:spMkLst>
            <pc:docMk/>
            <pc:sldMk cId="3009134594" sldId="260"/>
            <ac:spMk id="3" creationId="{14EC11D5-1607-23A5-B894-52B118C1B05E}"/>
          </ac:spMkLst>
        </pc:spChg>
        <pc:picChg chg="add mod">
          <ac:chgData name="哲久 中村" userId="959916a84418345a" providerId="LiveId" clId="{401F3307-92C8-4502-B1D6-03DC36C44FC2}" dt="2024-08-27T04:45:39.655" v="198" actId="14100"/>
          <ac:picMkLst>
            <pc:docMk/>
            <pc:sldMk cId="3009134594" sldId="260"/>
            <ac:picMk id="5" creationId="{976C3849-1764-EB37-5EAA-776A63D673A8}"/>
          </ac:picMkLst>
        </pc:picChg>
      </pc:sldChg>
      <pc:sldChg chg="addSp modSp new mod">
        <pc:chgData name="哲久 中村" userId="959916a84418345a" providerId="LiveId" clId="{401F3307-92C8-4502-B1D6-03DC36C44FC2}" dt="2024-08-31T14:39:33.075" v="700" actId="20577"/>
        <pc:sldMkLst>
          <pc:docMk/>
          <pc:sldMk cId="1088100416" sldId="261"/>
        </pc:sldMkLst>
        <pc:spChg chg="mod">
          <ac:chgData name="哲久 中村" userId="959916a84418345a" providerId="LiveId" clId="{401F3307-92C8-4502-B1D6-03DC36C44FC2}" dt="2024-08-31T14:31:38.266" v="371" actId="20577"/>
          <ac:spMkLst>
            <pc:docMk/>
            <pc:sldMk cId="1088100416" sldId="261"/>
            <ac:spMk id="2" creationId="{03854D63-DF93-6712-9AEF-F9A27B49928E}"/>
          </ac:spMkLst>
        </pc:spChg>
        <pc:spChg chg="mod">
          <ac:chgData name="哲久 中村" userId="959916a84418345a" providerId="LiveId" clId="{401F3307-92C8-4502-B1D6-03DC36C44FC2}" dt="2024-08-31T14:39:33.075" v="700" actId="20577"/>
          <ac:spMkLst>
            <pc:docMk/>
            <pc:sldMk cId="1088100416" sldId="261"/>
            <ac:spMk id="3" creationId="{B8FBAB3B-287F-2AEC-D97D-4777E39E53AB}"/>
          </ac:spMkLst>
        </pc:spChg>
        <pc:picChg chg="add mod">
          <ac:chgData name="哲久 中村" userId="959916a84418345a" providerId="LiveId" clId="{401F3307-92C8-4502-B1D6-03DC36C44FC2}" dt="2024-08-31T14:32:23.002" v="426" actId="14100"/>
          <ac:picMkLst>
            <pc:docMk/>
            <pc:sldMk cId="1088100416" sldId="261"/>
            <ac:picMk id="5" creationId="{25D35D49-CD8B-61D1-6831-4D7F85A7982D}"/>
          </ac:picMkLst>
        </pc:picChg>
      </pc:sldChg>
      <pc:sldChg chg="modSp new mod">
        <pc:chgData name="哲久 中村" userId="959916a84418345a" providerId="LiveId" clId="{401F3307-92C8-4502-B1D6-03DC36C44FC2}" dt="2024-08-31T14:50:36.952" v="1037" actId="20577"/>
        <pc:sldMkLst>
          <pc:docMk/>
          <pc:sldMk cId="2253448264" sldId="262"/>
        </pc:sldMkLst>
        <pc:spChg chg="mod">
          <ac:chgData name="哲久 中村" userId="959916a84418345a" providerId="LiveId" clId="{401F3307-92C8-4502-B1D6-03DC36C44FC2}" dt="2024-08-31T14:45:49.498" v="713" actId="20577"/>
          <ac:spMkLst>
            <pc:docMk/>
            <pc:sldMk cId="2253448264" sldId="262"/>
            <ac:spMk id="2" creationId="{AEC710A8-16E9-1466-C2F9-25F9B57DB797}"/>
          </ac:spMkLst>
        </pc:spChg>
        <pc:spChg chg="mod">
          <ac:chgData name="哲久 中村" userId="959916a84418345a" providerId="LiveId" clId="{401F3307-92C8-4502-B1D6-03DC36C44FC2}" dt="2024-08-31T14:50:36.952" v="1037" actId="20577"/>
          <ac:spMkLst>
            <pc:docMk/>
            <pc:sldMk cId="2253448264" sldId="262"/>
            <ac:spMk id="3" creationId="{8A0EB2A1-9A7D-6C42-9CBB-0CC8888D0B59}"/>
          </ac:spMkLst>
        </pc:spChg>
      </pc:sldChg>
      <pc:sldChg chg="modSp new mod">
        <pc:chgData name="哲久 中村" userId="959916a84418345a" providerId="LiveId" clId="{401F3307-92C8-4502-B1D6-03DC36C44FC2}" dt="2024-08-31T15:19:17.757" v="1350" actId="20577"/>
        <pc:sldMkLst>
          <pc:docMk/>
          <pc:sldMk cId="729939607" sldId="263"/>
        </pc:sldMkLst>
        <pc:spChg chg="mod">
          <ac:chgData name="哲久 中村" userId="959916a84418345a" providerId="LiveId" clId="{401F3307-92C8-4502-B1D6-03DC36C44FC2}" dt="2024-08-31T15:15:39.934" v="1052" actId="20577"/>
          <ac:spMkLst>
            <pc:docMk/>
            <pc:sldMk cId="729939607" sldId="263"/>
            <ac:spMk id="2" creationId="{73F367BD-ED01-2D19-14E1-7B0A265105C6}"/>
          </ac:spMkLst>
        </pc:spChg>
        <pc:spChg chg="mod">
          <ac:chgData name="哲久 中村" userId="959916a84418345a" providerId="LiveId" clId="{401F3307-92C8-4502-B1D6-03DC36C44FC2}" dt="2024-08-31T15:19:17.757" v="1350" actId="20577"/>
          <ac:spMkLst>
            <pc:docMk/>
            <pc:sldMk cId="729939607" sldId="263"/>
            <ac:spMk id="3" creationId="{CA4E4377-F797-78BE-BB56-FEC19CF6547F}"/>
          </ac:spMkLst>
        </pc:spChg>
      </pc:sldChg>
      <pc:sldChg chg="addSp modSp new mod">
        <pc:chgData name="哲久 中村" userId="959916a84418345a" providerId="LiveId" clId="{401F3307-92C8-4502-B1D6-03DC36C44FC2}" dt="2024-08-31T15:26:43.857" v="1679" actId="14100"/>
        <pc:sldMkLst>
          <pc:docMk/>
          <pc:sldMk cId="1511407681" sldId="264"/>
        </pc:sldMkLst>
        <pc:spChg chg="mod">
          <ac:chgData name="哲久 中村" userId="959916a84418345a" providerId="LiveId" clId="{401F3307-92C8-4502-B1D6-03DC36C44FC2}" dt="2024-08-31T15:20:33.008" v="1369" actId="20577"/>
          <ac:spMkLst>
            <pc:docMk/>
            <pc:sldMk cId="1511407681" sldId="264"/>
            <ac:spMk id="2" creationId="{84A96980-376D-37CB-A183-828262DE310C}"/>
          </ac:spMkLst>
        </pc:spChg>
        <pc:spChg chg="mod">
          <ac:chgData name="哲久 中村" userId="959916a84418345a" providerId="LiveId" clId="{401F3307-92C8-4502-B1D6-03DC36C44FC2}" dt="2024-08-31T15:25:35.890" v="1674" actId="27636"/>
          <ac:spMkLst>
            <pc:docMk/>
            <pc:sldMk cId="1511407681" sldId="264"/>
            <ac:spMk id="3" creationId="{3CF553BC-0A58-A1E5-82C3-368737992156}"/>
          </ac:spMkLst>
        </pc:spChg>
        <pc:picChg chg="add mod">
          <ac:chgData name="哲久 中村" userId="959916a84418345a" providerId="LiveId" clId="{401F3307-92C8-4502-B1D6-03DC36C44FC2}" dt="2024-08-31T15:26:43.857" v="1679" actId="14100"/>
          <ac:picMkLst>
            <pc:docMk/>
            <pc:sldMk cId="1511407681" sldId="264"/>
            <ac:picMk id="4" creationId="{6D87E171-A72B-F6C9-0194-0115AB29EC89}"/>
          </ac:picMkLst>
        </pc:picChg>
      </pc:sldChg>
      <pc:sldChg chg="addSp modSp new mod">
        <pc:chgData name="哲久 中村" userId="959916a84418345a" providerId="LiveId" clId="{401F3307-92C8-4502-B1D6-03DC36C44FC2}" dt="2024-08-31T15:36:38.886" v="1917" actId="20577"/>
        <pc:sldMkLst>
          <pc:docMk/>
          <pc:sldMk cId="2245338754" sldId="265"/>
        </pc:sldMkLst>
        <pc:spChg chg="mod">
          <ac:chgData name="哲久 中村" userId="959916a84418345a" providerId="LiveId" clId="{401F3307-92C8-4502-B1D6-03DC36C44FC2}" dt="2024-08-31T15:27:08.044" v="1688" actId="20577"/>
          <ac:spMkLst>
            <pc:docMk/>
            <pc:sldMk cId="2245338754" sldId="265"/>
            <ac:spMk id="2" creationId="{76E43CEE-33BF-5A5B-E80B-A376C948209C}"/>
          </ac:spMkLst>
        </pc:spChg>
        <pc:spChg chg="mod">
          <ac:chgData name="哲久 中村" userId="959916a84418345a" providerId="LiveId" clId="{401F3307-92C8-4502-B1D6-03DC36C44FC2}" dt="2024-08-31T15:35:37.451" v="1863" actId="20577"/>
          <ac:spMkLst>
            <pc:docMk/>
            <pc:sldMk cId="2245338754" sldId="265"/>
            <ac:spMk id="3" creationId="{E3F54CE5-8FF2-57B7-4339-DAFD30052FC2}"/>
          </ac:spMkLst>
        </pc:spChg>
        <pc:spChg chg="add mod">
          <ac:chgData name="哲久 中村" userId="959916a84418345a" providerId="LiveId" clId="{401F3307-92C8-4502-B1D6-03DC36C44FC2}" dt="2024-08-31T15:36:38.886" v="1917" actId="20577"/>
          <ac:spMkLst>
            <pc:docMk/>
            <pc:sldMk cId="2245338754" sldId="265"/>
            <ac:spMk id="6" creationId="{F682B32D-99BB-D243-EDCF-5E8668E5A7BC}"/>
          </ac:spMkLst>
        </pc:spChg>
        <pc:picChg chg="add mod">
          <ac:chgData name="哲久 中村" userId="959916a84418345a" providerId="LiveId" clId="{401F3307-92C8-4502-B1D6-03DC36C44FC2}" dt="2024-08-31T15:35:30.660" v="1857" actId="14100"/>
          <ac:picMkLst>
            <pc:docMk/>
            <pc:sldMk cId="2245338754" sldId="265"/>
            <ac:picMk id="5" creationId="{F6D418DF-1885-A55C-EE60-FE744937036D}"/>
          </ac:picMkLst>
        </pc:picChg>
      </pc:sldChg>
      <pc:sldChg chg="addSp modSp new mod">
        <pc:chgData name="哲久 中村" userId="959916a84418345a" providerId="LiveId" clId="{401F3307-92C8-4502-B1D6-03DC36C44FC2}" dt="2024-08-31T15:44:11.135" v="2096" actId="692"/>
        <pc:sldMkLst>
          <pc:docMk/>
          <pc:sldMk cId="2137731873" sldId="266"/>
        </pc:sldMkLst>
        <pc:spChg chg="mod">
          <ac:chgData name="哲久 中村" userId="959916a84418345a" providerId="LiveId" clId="{401F3307-92C8-4502-B1D6-03DC36C44FC2}" dt="2024-08-31T15:40:09.400" v="2055" actId="20577"/>
          <ac:spMkLst>
            <pc:docMk/>
            <pc:sldMk cId="2137731873" sldId="266"/>
            <ac:spMk id="2" creationId="{CE51A84E-800E-0760-2859-3D7AEE50254A}"/>
          </ac:spMkLst>
        </pc:spChg>
        <pc:spChg chg="mod">
          <ac:chgData name="哲久 中村" userId="959916a84418345a" providerId="LiveId" clId="{401F3307-92C8-4502-B1D6-03DC36C44FC2}" dt="2024-08-31T15:40:29.092" v="2063" actId="20577"/>
          <ac:spMkLst>
            <pc:docMk/>
            <pc:sldMk cId="2137731873" sldId="266"/>
            <ac:spMk id="3" creationId="{14A5576F-4B70-EF56-0D53-B73F02749DB2}"/>
          </ac:spMkLst>
        </pc:spChg>
        <pc:spChg chg="add mod">
          <ac:chgData name="哲久 中村" userId="959916a84418345a" providerId="LiveId" clId="{401F3307-92C8-4502-B1D6-03DC36C44FC2}" dt="2024-08-31T15:41:59.577" v="2080" actId="692"/>
          <ac:spMkLst>
            <pc:docMk/>
            <pc:sldMk cId="2137731873" sldId="266"/>
            <ac:spMk id="6" creationId="{1A40B6ED-87A8-B5DE-B8C5-67412A484580}"/>
          </ac:spMkLst>
        </pc:spChg>
        <pc:spChg chg="add mod">
          <ac:chgData name="哲久 中村" userId="959916a84418345a" providerId="LiveId" clId="{401F3307-92C8-4502-B1D6-03DC36C44FC2}" dt="2024-08-31T15:42:25.568" v="2082" actId="1076"/>
          <ac:spMkLst>
            <pc:docMk/>
            <pc:sldMk cId="2137731873" sldId="266"/>
            <ac:spMk id="7" creationId="{CFF57BF6-9D22-6684-0AE1-0DD0E08B0AE6}"/>
          </ac:spMkLst>
        </pc:spChg>
        <pc:spChg chg="add mod">
          <ac:chgData name="哲久 中村" userId="959916a84418345a" providerId="LiveId" clId="{401F3307-92C8-4502-B1D6-03DC36C44FC2}" dt="2024-08-31T15:42:40.885" v="2086" actId="14100"/>
          <ac:spMkLst>
            <pc:docMk/>
            <pc:sldMk cId="2137731873" sldId="266"/>
            <ac:spMk id="8" creationId="{6B802423-E501-6F28-1C03-906FEFCB00A3}"/>
          </ac:spMkLst>
        </pc:spChg>
        <pc:spChg chg="add mod">
          <ac:chgData name="哲久 中村" userId="959916a84418345a" providerId="LiveId" clId="{401F3307-92C8-4502-B1D6-03DC36C44FC2}" dt="2024-08-31T15:42:58.742" v="2089" actId="14100"/>
          <ac:spMkLst>
            <pc:docMk/>
            <pc:sldMk cId="2137731873" sldId="266"/>
            <ac:spMk id="9" creationId="{12BE6CA9-77E9-2CD6-90D0-7AB0A4F3BBEA}"/>
          </ac:spMkLst>
        </pc:spChg>
        <pc:spChg chg="add mod">
          <ac:chgData name="哲久 中村" userId="959916a84418345a" providerId="LiveId" clId="{401F3307-92C8-4502-B1D6-03DC36C44FC2}" dt="2024-08-31T15:44:11.135" v="2096" actId="692"/>
          <ac:spMkLst>
            <pc:docMk/>
            <pc:sldMk cId="2137731873" sldId="266"/>
            <ac:spMk id="10" creationId="{6F627B92-9D53-62A6-E376-26F062BA0682}"/>
          </ac:spMkLst>
        </pc:spChg>
        <pc:picChg chg="add mod">
          <ac:chgData name="哲久 中村" userId="959916a84418345a" providerId="LiveId" clId="{401F3307-92C8-4502-B1D6-03DC36C44FC2}" dt="2024-08-31T15:40:34.212" v="2064" actId="14100"/>
          <ac:picMkLst>
            <pc:docMk/>
            <pc:sldMk cId="2137731873" sldId="266"/>
            <ac:picMk id="5" creationId="{947E2457-75CC-303C-46E7-0529750C2B5A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D261942-6461-258D-B543-BB420FD841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476B9C72-8DEA-E28E-7247-E65C7984A34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09100C7-9B43-0641-6AAE-A2E3CBBF65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DA83D3-5ABD-400B-B0F8-7C43A3B41463}" type="datetimeFigureOut">
              <a:rPr kumimoji="1" lang="ja-JP" altLang="en-US" smtClean="0"/>
              <a:t>2024/8/31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B5013D8-25FD-E6AF-77F8-AE829B479E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0C5D207-A739-CDF2-1A63-275D663D55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EA73C3-4106-4378-9F09-3B6625C5549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873983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0DF3E11-FB32-EA8E-957A-E0355356EA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362C0D5-5255-F374-6D53-F689767E9D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CB9FF04-09A6-9531-41FC-A58ED1B16D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DA83D3-5ABD-400B-B0F8-7C43A3B41463}" type="datetimeFigureOut">
              <a:rPr kumimoji="1" lang="ja-JP" altLang="en-US" smtClean="0"/>
              <a:t>2024/8/31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F9638F6-225A-8A8F-8F36-3C4A2FAEE2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BB3C0EF-D487-1AE6-25A2-5ED9015A3A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EA73C3-4106-4378-9F09-3B6625C5549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831716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00FF2F8-8481-9115-C13C-554AB74C06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6484088-E59B-CF85-4237-7A08F42209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D725151-DE25-FA8A-EDEF-088834D4CE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DA83D3-5ABD-400B-B0F8-7C43A3B41463}" type="datetimeFigureOut">
              <a:rPr kumimoji="1" lang="ja-JP" altLang="en-US" smtClean="0"/>
              <a:t>2024/8/31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979B037-327E-62E0-6A0A-226C366EC0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62433F7-58F6-236B-FC38-D5F8C3808D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EA73C3-4106-4378-9F09-3B6625C5549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961331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F75D932-8142-3510-3258-732785DA31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5A00F67-3FD2-3E0B-11B5-BB2846060D0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D1F79B18-47EE-50D1-7C4D-FA6DFD3B26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9BA7B742-149A-191C-DD76-365BB4AAB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DA83D3-5ABD-400B-B0F8-7C43A3B41463}" type="datetimeFigureOut">
              <a:rPr kumimoji="1" lang="ja-JP" altLang="en-US" smtClean="0"/>
              <a:t>2024/8/31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39170667-EC6A-562F-9E80-2198FBCBB7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58EE2B9C-F088-D58B-42F4-010135C7B8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EA73C3-4106-4378-9F09-3B6625C5549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739263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3DFBE89-2F7F-35E2-EE50-2D0975FBAE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FA6F5555-F14F-8FEC-BB8F-00A53EE6C5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31FCF7C4-8516-2C92-6DC8-501998A310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706952B7-930C-69DD-0875-85155CEC0E8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E839624F-A199-BB16-29A9-70447F8187A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2CB70949-96DD-2AFC-0731-FE99F8AFDC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DA83D3-5ABD-400B-B0F8-7C43A3B41463}" type="datetimeFigureOut">
              <a:rPr kumimoji="1" lang="ja-JP" altLang="en-US" smtClean="0"/>
              <a:t>2024/8/31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40245B75-313A-281D-CD45-A463710579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0166B90A-F062-7D83-38F5-9259D58E3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EA73C3-4106-4378-9F09-3B6625C5549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734283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2AF332B-FC20-F157-62C5-C541CA82A3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7401A0E4-A506-747B-9592-12F6D846D3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DA83D3-5ABD-400B-B0F8-7C43A3B41463}" type="datetimeFigureOut">
              <a:rPr kumimoji="1" lang="ja-JP" altLang="en-US" smtClean="0"/>
              <a:t>2024/8/31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5216B9E9-AF35-13A5-FCCE-657860E1F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53FF343F-7D08-F9A3-CFB1-2773F1291F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EA73C3-4106-4378-9F09-3B6625C5549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132585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F1E7EAC3-7044-88E9-6723-88782C09B2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DA83D3-5ABD-400B-B0F8-7C43A3B41463}" type="datetimeFigureOut">
              <a:rPr kumimoji="1" lang="ja-JP" altLang="en-US" smtClean="0"/>
              <a:t>2024/8/31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7AFE8791-4FBC-7065-4031-CCD8400A8B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023AEBA5-8AC0-39CC-E0CD-A5DB15F3DA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EA73C3-4106-4378-9F09-3B6625C5549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971573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1F57602-FFDA-D64D-E10F-CB2FC8C0F9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BF45019-26F8-C410-A5A0-1F52C724BD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79E8CB90-3DE8-9F6E-1748-95D7A9A293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A43DBAE-1787-074F-D25B-34A32765D3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DA83D3-5ABD-400B-B0F8-7C43A3B41463}" type="datetimeFigureOut">
              <a:rPr kumimoji="1" lang="ja-JP" altLang="en-US" smtClean="0"/>
              <a:t>2024/8/31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F08041B8-D88E-4597-8CF5-307FF59744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FCB2D1A8-5654-4F44-877B-0CDA480959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EA73C3-4106-4378-9F09-3B6625C5549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679869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0ADECA9-740B-0393-6259-C9D2D916E5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D0369E1B-7B20-81D9-BD06-CF255A9EF65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87AAF78-AE88-942A-79C8-4625D70203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F2FA499C-FBDB-8268-5A7A-DA73345DA8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DA83D3-5ABD-400B-B0F8-7C43A3B41463}" type="datetimeFigureOut">
              <a:rPr kumimoji="1" lang="ja-JP" altLang="en-US" smtClean="0"/>
              <a:t>2024/8/31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5F9E4343-46A9-D178-07A8-243CB65531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1AE4229-3B38-0216-3259-4FB286A1FB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EA73C3-4106-4378-9F09-3B6625C5549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094664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2DC9388-3A6B-4829-F9ED-DAA75E7B8B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82228A1A-E27A-C233-58E9-DA657A1B6A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E91F39A-4DCE-13C7-FB58-2BE75B72EE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DA83D3-5ABD-400B-B0F8-7C43A3B41463}" type="datetimeFigureOut">
              <a:rPr kumimoji="1" lang="ja-JP" altLang="en-US" smtClean="0"/>
              <a:t>2024/8/31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B669365-7E75-97CC-D11E-E106D2F72B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0781FEA-1122-C6FE-71D8-091980CDD9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EA73C3-4106-4378-9F09-3B6625C5549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331839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2F2A4A01-FC47-B95F-3309-AD3F0737B16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A968CF1B-9D60-61EF-280C-875B72D8A3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B50447A-0EFE-17D3-8B8A-81EFF382BA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DA83D3-5ABD-400B-B0F8-7C43A3B41463}" type="datetimeFigureOut">
              <a:rPr kumimoji="1" lang="ja-JP" altLang="en-US" smtClean="0"/>
              <a:t>2024/8/31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C83ED7E-D15B-52B0-AE47-25E2CF4294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5B4BDDB-014B-79C4-D529-E4690AB234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EA73C3-4106-4378-9F09-3B6625C5549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806481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7D71174B-AA95-51F2-5E6A-000246A700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AC16F65-FEC4-A4C6-4696-354B926615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D6DDDD8-BE5E-44AF-35BA-0C43E373369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FDA83D3-5ABD-400B-B0F8-7C43A3B41463}" type="datetimeFigureOut">
              <a:rPr kumimoji="1" lang="ja-JP" altLang="en-US" smtClean="0"/>
              <a:t>2024/8/31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E1E79CC-7F52-F28A-E48B-DBBC7FCA35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1B9B916-2E3D-DE92-FB73-4BDD97DD6D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5EA73C3-4106-4378-9F09-3B6625C5549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003661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メイリオ" panose="020B0604030504040204" pitchFamily="50" charset="-128"/>
          <a:ea typeface="メイリオ" panose="020B0604030504040204" pitchFamily="50" charset="-128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5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メイリオ" panose="020B0604030504040204" pitchFamily="50" charset="-128"/>
          <a:ea typeface="メイリオ" panose="020B0604030504040204" pitchFamily="50" charset="-128"/>
          <a:cs typeface="+mn-cs"/>
        </a:defRPr>
      </a:lvl1pPr>
      <a:lvl2pPr marL="685800" indent="-228600" algn="l" defTabSz="914400" rtl="0" eaLnBrk="1" latinLnBrk="0" hangingPunct="1">
        <a:lnSpc>
          <a:spcPct val="125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メイリオ" panose="020B0604030504040204" pitchFamily="50" charset="-128"/>
          <a:ea typeface="メイリオ" panose="020B0604030504040204" pitchFamily="50" charset="-128"/>
          <a:cs typeface="+mn-cs"/>
        </a:defRPr>
      </a:lvl2pPr>
      <a:lvl3pPr marL="1143000" indent="-228600" algn="l" defTabSz="914400" rtl="0" eaLnBrk="1" latinLnBrk="0" hangingPunct="1">
        <a:lnSpc>
          <a:spcPct val="125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メイリオ" panose="020B0604030504040204" pitchFamily="50" charset="-128"/>
          <a:ea typeface="メイリオ" panose="020B0604030504040204" pitchFamily="50" charset="-128"/>
          <a:cs typeface="+mn-cs"/>
        </a:defRPr>
      </a:lvl3pPr>
      <a:lvl4pPr marL="1600200" indent="-228600" algn="l" defTabSz="914400" rtl="0" eaLnBrk="1" latinLnBrk="0" hangingPunct="1">
        <a:lnSpc>
          <a:spcPct val="125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メイリオ" panose="020B0604030504040204" pitchFamily="50" charset="-128"/>
          <a:ea typeface="メイリオ" panose="020B0604030504040204" pitchFamily="50" charset="-128"/>
          <a:cs typeface="+mn-cs"/>
        </a:defRPr>
      </a:lvl4pPr>
      <a:lvl5pPr marL="2057400" indent="-228600" algn="l" defTabSz="914400" rtl="0" eaLnBrk="1" latinLnBrk="0" hangingPunct="1">
        <a:lnSpc>
          <a:spcPct val="125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メイリオ" panose="020B0604030504040204" pitchFamily="50" charset="-128"/>
          <a:ea typeface="メイリオ" panose="020B0604030504040204" pitchFamily="50" charset="-128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4DA4C5-7174-0586-D1F5-00A68B2655B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ja-JP" altLang="en-US" dirty="0"/>
              <a:t>救急隊員向け資料</a:t>
            </a:r>
            <a:endParaRPr kumimoji="1" lang="ja-JP" altLang="en-US" dirty="0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342CAF68-28C4-D924-5936-98CF93D2F51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kumimoji="1" lang="ja-JP" altLang="en-US" dirty="0"/>
              <a:t>中村　哲久</a:t>
            </a:r>
          </a:p>
        </p:txBody>
      </p:sp>
    </p:spTree>
    <p:extLst>
      <p:ext uri="{BB962C8B-B14F-4D97-AF65-F5344CB8AC3E}">
        <p14:creationId xmlns:p14="http://schemas.microsoft.com/office/powerpoint/2010/main" val="23596567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570F322-F17A-4E1E-3B91-1D3C4469D9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まずは呼び方の基本を知ろう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E8A3E55-4CEC-120D-70D3-0E3AAA8822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825624"/>
            <a:ext cx="11353800" cy="5032375"/>
          </a:xfrm>
        </p:spPr>
        <p:txBody>
          <a:bodyPr>
            <a:normAutofit fontScale="92500" lnSpcReduction="20000"/>
          </a:bodyPr>
          <a:lstStyle/>
          <a:p>
            <a:r>
              <a:rPr kumimoji="1" lang="ja-JP" altLang="en-US" dirty="0"/>
              <a:t>頭側か足側か</a:t>
            </a:r>
            <a:endParaRPr kumimoji="1" lang="en-US" altLang="ja-JP" dirty="0"/>
          </a:p>
          <a:p>
            <a:r>
              <a:rPr lang="ja-JP" altLang="en-US" dirty="0"/>
              <a:t>お腹側か背中側か</a:t>
            </a:r>
            <a:endParaRPr lang="en-US" altLang="ja-JP" dirty="0"/>
          </a:p>
          <a:p>
            <a:r>
              <a:rPr kumimoji="1" lang="ja-JP" altLang="en-US" dirty="0"/>
              <a:t>体の正中から見て</a:t>
            </a:r>
            <a:endParaRPr kumimoji="1" lang="en-US" altLang="ja-JP" dirty="0"/>
          </a:p>
          <a:p>
            <a:pPr marL="0" indent="0">
              <a:buNone/>
            </a:pPr>
            <a:r>
              <a:rPr lang="ja-JP" altLang="en-US" dirty="0"/>
              <a:t>  外側か内側か</a:t>
            </a:r>
            <a:endParaRPr kumimoji="1" lang="en-US" altLang="ja-JP" dirty="0"/>
          </a:p>
          <a:p>
            <a:r>
              <a:rPr lang="ja-JP" altLang="en-US" dirty="0"/>
              <a:t>体の中心（体幹）に近い</a:t>
            </a:r>
            <a:endParaRPr lang="en-US" altLang="ja-JP" dirty="0"/>
          </a:p>
          <a:p>
            <a:pPr marL="0" indent="0">
              <a:buNone/>
            </a:pPr>
            <a:r>
              <a:rPr lang="ja-JP" altLang="en-US" dirty="0"/>
              <a:t>  ⇒近位</a:t>
            </a:r>
            <a:endParaRPr lang="en-US" altLang="ja-JP" dirty="0"/>
          </a:p>
          <a:p>
            <a:r>
              <a:rPr kumimoji="1" lang="ja-JP" altLang="en-US" dirty="0"/>
              <a:t>体の</a:t>
            </a:r>
            <a:r>
              <a:rPr lang="ja-JP" altLang="en-US" dirty="0"/>
              <a:t>中心（体幹）から遠い</a:t>
            </a:r>
            <a:r>
              <a:rPr kumimoji="1" lang="ja-JP" altLang="en-US" dirty="0"/>
              <a:t>　</a:t>
            </a:r>
            <a:endParaRPr kumimoji="1" lang="en-US" altLang="ja-JP" dirty="0"/>
          </a:p>
          <a:p>
            <a:pPr marL="0" indent="0">
              <a:buNone/>
            </a:pPr>
            <a:r>
              <a:rPr lang="ja-JP" altLang="en-US" dirty="0"/>
              <a:t> </a:t>
            </a:r>
            <a:r>
              <a:rPr kumimoji="1" lang="ja-JP" altLang="en-US" dirty="0"/>
              <a:t>⇒遠位</a:t>
            </a:r>
            <a:endParaRPr kumimoji="1" lang="en-US" altLang="ja-JP" dirty="0"/>
          </a:p>
          <a:p>
            <a:pPr marL="0" indent="0">
              <a:buNone/>
            </a:pPr>
            <a:r>
              <a:rPr kumimoji="1" lang="ja-JP" altLang="en-US" dirty="0"/>
              <a:t>  </a:t>
            </a:r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55DF8B51-9C29-E1A2-4842-02BD49F1A0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867" y="1364105"/>
            <a:ext cx="7162133" cy="5493895"/>
          </a:xfrm>
          <a:prstGeom prst="rect">
            <a:avLst/>
          </a:prstGeom>
        </p:spPr>
      </p:pic>
      <p:cxnSp>
        <p:nvCxnSpPr>
          <p:cNvPr id="9" name="直線コネクタ 8">
            <a:extLst>
              <a:ext uri="{FF2B5EF4-FFF2-40B4-BE49-F238E27FC236}">
                <a16:creationId xmlns:a16="http://schemas.microsoft.com/office/drawing/2014/main" id="{CDEDD352-044F-E88C-27C2-F57EA87D2DDE}"/>
              </a:ext>
            </a:extLst>
          </p:cNvPr>
          <p:cNvCxnSpPr/>
          <p:nvPr/>
        </p:nvCxnSpPr>
        <p:spPr>
          <a:xfrm>
            <a:off x="7375161" y="1873771"/>
            <a:ext cx="449705" cy="0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直線コネクタ 9">
            <a:extLst>
              <a:ext uri="{FF2B5EF4-FFF2-40B4-BE49-F238E27FC236}">
                <a16:creationId xmlns:a16="http://schemas.microsoft.com/office/drawing/2014/main" id="{73E71688-5197-21E9-2C96-113654C151D0}"/>
              </a:ext>
            </a:extLst>
          </p:cNvPr>
          <p:cNvCxnSpPr/>
          <p:nvPr/>
        </p:nvCxnSpPr>
        <p:spPr>
          <a:xfrm>
            <a:off x="7347679" y="6538210"/>
            <a:ext cx="449705" cy="0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直線コネクタ 10">
            <a:extLst>
              <a:ext uri="{FF2B5EF4-FFF2-40B4-BE49-F238E27FC236}">
                <a16:creationId xmlns:a16="http://schemas.microsoft.com/office/drawing/2014/main" id="{617CDBC6-147A-32AF-5F16-8DC3C849E66C}"/>
              </a:ext>
            </a:extLst>
          </p:cNvPr>
          <p:cNvCxnSpPr/>
          <p:nvPr/>
        </p:nvCxnSpPr>
        <p:spPr>
          <a:xfrm>
            <a:off x="5698761" y="3929922"/>
            <a:ext cx="449705" cy="0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直線コネクタ 11">
            <a:extLst>
              <a:ext uri="{FF2B5EF4-FFF2-40B4-BE49-F238E27FC236}">
                <a16:creationId xmlns:a16="http://schemas.microsoft.com/office/drawing/2014/main" id="{0BBA2505-0061-CF27-A66C-AB081C9CCE51}"/>
              </a:ext>
            </a:extLst>
          </p:cNvPr>
          <p:cNvCxnSpPr/>
          <p:nvPr/>
        </p:nvCxnSpPr>
        <p:spPr>
          <a:xfrm>
            <a:off x="7842355" y="3899941"/>
            <a:ext cx="449705" cy="0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直線コネクタ 12">
            <a:extLst>
              <a:ext uri="{FF2B5EF4-FFF2-40B4-BE49-F238E27FC236}">
                <a16:creationId xmlns:a16="http://schemas.microsoft.com/office/drawing/2014/main" id="{6E1FE2E5-1FBB-6CFE-B670-358E5FACE60D}"/>
              </a:ext>
            </a:extLst>
          </p:cNvPr>
          <p:cNvCxnSpPr/>
          <p:nvPr/>
        </p:nvCxnSpPr>
        <p:spPr>
          <a:xfrm>
            <a:off x="8142158" y="1891260"/>
            <a:ext cx="449705" cy="0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直線コネクタ 13">
            <a:extLst>
              <a:ext uri="{FF2B5EF4-FFF2-40B4-BE49-F238E27FC236}">
                <a16:creationId xmlns:a16="http://schemas.microsoft.com/office/drawing/2014/main" id="{9388DC1D-4939-B257-4CDD-111A49BB8E20}"/>
              </a:ext>
            </a:extLst>
          </p:cNvPr>
          <p:cNvCxnSpPr/>
          <p:nvPr/>
        </p:nvCxnSpPr>
        <p:spPr>
          <a:xfrm>
            <a:off x="8142158" y="2221043"/>
            <a:ext cx="449705" cy="0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直線コネクタ 14">
            <a:extLst>
              <a:ext uri="{FF2B5EF4-FFF2-40B4-BE49-F238E27FC236}">
                <a16:creationId xmlns:a16="http://schemas.microsoft.com/office/drawing/2014/main" id="{ED64E367-4B07-9D1A-C81A-107F893ADA9C}"/>
              </a:ext>
            </a:extLst>
          </p:cNvPr>
          <p:cNvCxnSpPr/>
          <p:nvPr/>
        </p:nvCxnSpPr>
        <p:spPr>
          <a:xfrm>
            <a:off x="9026578" y="3300335"/>
            <a:ext cx="449705" cy="0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直線コネクタ 15">
            <a:extLst>
              <a:ext uri="{FF2B5EF4-FFF2-40B4-BE49-F238E27FC236}">
                <a16:creationId xmlns:a16="http://schemas.microsoft.com/office/drawing/2014/main" id="{0BACDBAD-00D2-70A1-46DD-521D1E9AE837}"/>
              </a:ext>
            </a:extLst>
          </p:cNvPr>
          <p:cNvCxnSpPr/>
          <p:nvPr/>
        </p:nvCxnSpPr>
        <p:spPr>
          <a:xfrm>
            <a:off x="8666814" y="4814341"/>
            <a:ext cx="449705" cy="0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直線コネクタ 16">
            <a:extLst>
              <a:ext uri="{FF2B5EF4-FFF2-40B4-BE49-F238E27FC236}">
                <a16:creationId xmlns:a16="http://schemas.microsoft.com/office/drawing/2014/main" id="{432853FB-B9B1-4773-EBC6-8DDFDB0073E4}"/>
              </a:ext>
            </a:extLst>
          </p:cNvPr>
          <p:cNvCxnSpPr>
            <a:cxnSpLocks/>
          </p:cNvCxnSpPr>
          <p:nvPr/>
        </p:nvCxnSpPr>
        <p:spPr>
          <a:xfrm>
            <a:off x="9161488" y="6673122"/>
            <a:ext cx="717030" cy="0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283273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1CD4DC8-F9E4-4363-51E2-395E1ADF89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人体を横切る面の名称</a:t>
            </a:r>
            <a:endParaRPr kumimoji="1" lang="ja-JP" altLang="en-US" dirty="0"/>
          </a:p>
        </p:txBody>
      </p:sp>
      <p:pic>
        <p:nvPicPr>
          <p:cNvPr id="10" name="コンテンツ プレースホルダー 6">
            <a:extLst>
              <a:ext uri="{FF2B5EF4-FFF2-40B4-BE49-F238E27FC236}">
                <a16:creationId xmlns:a16="http://schemas.microsoft.com/office/drawing/2014/main" id="{6CFAA177-7FE8-9484-BC2D-63C07671F2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18741"/>
            <a:ext cx="5933527" cy="4939259"/>
          </a:xfrm>
          <a:prstGeom prst="rect">
            <a:avLst/>
          </a:prstGeom>
        </p:spPr>
      </p:pic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1F797A13-0AFE-7D11-BC83-66D3308C04C1}"/>
              </a:ext>
            </a:extLst>
          </p:cNvPr>
          <p:cNvSpPr txBox="1"/>
          <p:nvPr/>
        </p:nvSpPr>
        <p:spPr>
          <a:xfrm>
            <a:off x="4287187" y="5501390"/>
            <a:ext cx="12741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しじょう</a:t>
            </a:r>
            <a:endParaRPr kumimoji="1" lang="ja-JP" altLang="en-US" dirty="0"/>
          </a:p>
        </p:txBody>
      </p:sp>
      <p:pic>
        <p:nvPicPr>
          <p:cNvPr id="12" name="図 11">
            <a:extLst>
              <a:ext uri="{FF2B5EF4-FFF2-40B4-BE49-F238E27FC236}">
                <a16:creationId xmlns:a16="http://schemas.microsoft.com/office/drawing/2014/main" id="{5590535F-8A9B-9B53-FD9C-AC6F69D790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74965" y="2554346"/>
            <a:ext cx="4120086" cy="4303654"/>
          </a:xfrm>
          <a:prstGeom prst="rect">
            <a:avLst/>
          </a:prstGeom>
        </p:spPr>
      </p:pic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9CBB7CBD-DF06-30CE-2309-822409DD337F}"/>
              </a:ext>
            </a:extLst>
          </p:cNvPr>
          <p:cNvSpPr txBox="1"/>
          <p:nvPr/>
        </p:nvSpPr>
        <p:spPr>
          <a:xfrm>
            <a:off x="6972924" y="1816308"/>
            <a:ext cx="476437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3200" dirty="0"/>
              <a:t>これは何面でしょうか？</a:t>
            </a:r>
          </a:p>
        </p:txBody>
      </p:sp>
    </p:spTree>
    <p:extLst>
      <p:ext uri="{BB962C8B-B14F-4D97-AF65-F5344CB8AC3E}">
        <p14:creationId xmlns:p14="http://schemas.microsoft.com/office/powerpoint/2010/main" val="42574762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5F57CE6-EE6C-2175-CAC1-35DE08A69F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803" y="365125"/>
            <a:ext cx="11053997" cy="2363085"/>
          </a:xfrm>
        </p:spPr>
        <p:txBody>
          <a:bodyPr>
            <a:normAutofit/>
          </a:bodyPr>
          <a:lstStyle/>
          <a:p>
            <a:r>
              <a:rPr kumimoji="1" lang="ja-JP" altLang="en-US" sz="6600" dirty="0"/>
              <a:t>基本運動の表し方</a:t>
            </a:r>
          </a:p>
        </p:txBody>
      </p:sp>
      <p:pic>
        <p:nvPicPr>
          <p:cNvPr id="7" name="コンテンツ プレースホルダー 6">
            <a:extLst>
              <a:ext uri="{FF2B5EF4-FFF2-40B4-BE49-F238E27FC236}">
                <a16:creationId xmlns:a16="http://schemas.microsoft.com/office/drawing/2014/main" id="{7327C9E1-ABFC-A430-C0D2-A70A396E6C0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873017" y="330826"/>
            <a:ext cx="4318983" cy="3536636"/>
          </a:xfrm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50597010-3EB6-7CB4-3F1F-19417C3F7C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4077325"/>
            <a:ext cx="12140021" cy="2780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16426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2C8B31A-CD36-69FC-1065-9ED1272655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細胞について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4EC11D5-1607-23A5-B894-52B118C1B0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ja-JP" altLang="en-US" dirty="0"/>
              <a:t>はたらく細胞は分かりやすい。</a:t>
            </a:r>
            <a:endParaRPr lang="en-US" altLang="ja-JP" dirty="0"/>
          </a:p>
          <a:p>
            <a:r>
              <a:rPr kumimoji="1" lang="ja-JP" altLang="en-US" dirty="0"/>
              <a:t>勉強の入り口としておすすめ。</a:t>
            </a:r>
            <a:endParaRPr kumimoji="1" lang="en-US" altLang="ja-JP" dirty="0"/>
          </a:p>
          <a:p>
            <a:r>
              <a:rPr lang="en-US" altLang="ja-JP" dirty="0"/>
              <a:t>2024</a:t>
            </a:r>
            <a:r>
              <a:rPr lang="ja-JP" altLang="en-US" dirty="0"/>
              <a:t>年</a:t>
            </a:r>
            <a:r>
              <a:rPr lang="en-US" altLang="ja-JP" dirty="0"/>
              <a:t>8</a:t>
            </a:r>
            <a:r>
              <a:rPr lang="ja-JP" altLang="en-US" dirty="0"/>
              <a:t>月　</a:t>
            </a:r>
            <a:r>
              <a:rPr lang="en-US" altLang="ja-JP" dirty="0"/>
              <a:t>E</a:t>
            </a:r>
            <a:r>
              <a:rPr lang="ja-JP" altLang="en-US" dirty="0"/>
              <a:t>テレで再放送している。</a:t>
            </a:r>
            <a:endParaRPr kumimoji="1" lang="ja-JP" altLang="en-US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976C3849-1764-EB37-5EAA-776A63D673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85221" y="24357"/>
            <a:ext cx="4906780" cy="6833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91345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3854D63-DF93-6712-9AEF-F9A27B4992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細胞の構造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8FBAB3B-287F-2AEC-D97D-4777E39E53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855606"/>
            <a:ext cx="10515600" cy="4351338"/>
          </a:xfrm>
        </p:spPr>
        <p:txBody>
          <a:bodyPr/>
          <a:lstStyle/>
          <a:p>
            <a:r>
              <a:rPr kumimoji="1" lang="ja-JP" altLang="en-US" dirty="0"/>
              <a:t>大きさ</a:t>
            </a:r>
            <a:r>
              <a:rPr kumimoji="1" lang="en-US" altLang="ja-JP" dirty="0"/>
              <a:t>1μ</a:t>
            </a:r>
            <a:r>
              <a:rPr kumimoji="1" lang="ja-JP" altLang="en-US" dirty="0"/>
              <a:t>ｍ（マイクロメートル）</a:t>
            </a:r>
            <a:endParaRPr kumimoji="1" lang="en-US" altLang="ja-JP" dirty="0"/>
          </a:p>
          <a:p>
            <a:r>
              <a:rPr lang="ja-JP" altLang="en-US" dirty="0"/>
              <a:t>ウイルスや細菌より大きい</a:t>
            </a:r>
            <a:endParaRPr lang="en-US" altLang="ja-JP" dirty="0"/>
          </a:p>
          <a:p>
            <a:r>
              <a:rPr kumimoji="1" lang="ja-JP" altLang="en-US" dirty="0"/>
              <a:t>人体は数十兆個細胞で構成されている</a:t>
            </a:r>
            <a:endParaRPr kumimoji="1" lang="en-US" altLang="ja-JP" dirty="0"/>
          </a:p>
          <a:p>
            <a:r>
              <a:rPr lang="ja-JP" altLang="en-US" dirty="0"/>
              <a:t>赤血球などの例外を除いて核がある</a:t>
            </a:r>
            <a:endParaRPr lang="en-US" altLang="ja-JP" dirty="0"/>
          </a:p>
          <a:p>
            <a:r>
              <a:rPr kumimoji="1" lang="ja-JP" altLang="en-US" dirty="0"/>
              <a:t>細胞の内部の核以外は細胞質という</a:t>
            </a:r>
            <a:endParaRPr kumimoji="1" lang="en-US" altLang="ja-JP" dirty="0"/>
          </a:p>
          <a:p>
            <a:r>
              <a:rPr lang="ja-JP" altLang="en-US" dirty="0"/>
              <a:t>細胞質にはいろいろな構造物がある</a:t>
            </a:r>
            <a:endParaRPr kumimoji="1" lang="ja-JP" altLang="en-US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25D35D49-CD8B-61D1-6831-4D7F85A798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8477" y="1708878"/>
            <a:ext cx="5803523" cy="5149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81004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EC710A8-16E9-1466-C2F9-25F9B57DB7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細胞膜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A0EB2A1-9A7D-6C42-9CBB-0CC8888D0B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/>
              <a:t>細胞内外の体液成分の違いを保つ</a:t>
            </a:r>
            <a:endParaRPr kumimoji="1" lang="en-US" altLang="ja-JP" dirty="0"/>
          </a:p>
          <a:p>
            <a:r>
              <a:rPr lang="ja-JP" altLang="en-US" dirty="0"/>
              <a:t>必要な物質を細胞外から取り入れ、不要物を細胞外へ出す</a:t>
            </a:r>
            <a:endParaRPr lang="en-US" altLang="ja-JP" dirty="0"/>
          </a:p>
          <a:p>
            <a:r>
              <a:rPr kumimoji="1" lang="ja-JP" altLang="en-US" dirty="0">
                <a:solidFill>
                  <a:srgbClr val="FF0000"/>
                </a:solidFill>
              </a:rPr>
              <a:t>酸素、二酸化炭素、水は細胞膜を通過しやすい</a:t>
            </a:r>
            <a:endParaRPr kumimoji="1" lang="en-US" altLang="ja-JP" dirty="0">
              <a:solidFill>
                <a:srgbClr val="FF0000"/>
              </a:solidFill>
            </a:endParaRPr>
          </a:p>
          <a:p>
            <a:r>
              <a:rPr kumimoji="1" lang="ja-JP" altLang="en-US" dirty="0"/>
              <a:t>濃度が高い方から低い方へ移動する</a:t>
            </a:r>
            <a:endParaRPr kumimoji="1" lang="en-US" altLang="ja-JP" dirty="0"/>
          </a:p>
          <a:p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2534482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3F367BD-ED01-2D19-14E1-7B0A265105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核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A4E4377-F797-78BE-BB56-FEC19CF654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/>
              <a:t>遺伝情報を保管し細胞の活動を制御している</a:t>
            </a:r>
            <a:endParaRPr kumimoji="1" lang="en-US" altLang="ja-JP" dirty="0"/>
          </a:p>
          <a:p>
            <a:r>
              <a:rPr lang="ja-JP" altLang="en-US" dirty="0"/>
              <a:t>核には染色体がありデオキシリボ核酸（</a:t>
            </a:r>
            <a:r>
              <a:rPr lang="en-US" altLang="ja-JP" dirty="0"/>
              <a:t>RNA</a:t>
            </a:r>
            <a:r>
              <a:rPr lang="ja-JP" altLang="en-US" dirty="0"/>
              <a:t>）が含まれる</a:t>
            </a:r>
            <a:endParaRPr lang="en-US" altLang="ja-JP" dirty="0"/>
          </a:p>
          <a:p>
            <a:r>
              <a:rPr kumimoji="1" lang="ja-JP" altLang="en-US" dirty="0"/>
              <a:t>染色体には体の設計図がコード化され収められている</a:t>
            </a:r>
            <a:endParaRPr kumimoji="1" lang="en-US" altLang="ja-JP" dirty="0"/>
          </a:p>
          <a:p>
            <a:r>
              <a:rPr lang="ja-JP" altLang="en-US" dirty="0"/>
              <a:t>細胞分裂の時に複製する</a:t>
            </a:r>
            <a:endParaRPr lang="en-US" altLang="ja-JP" dirty="0"/>
          </a:p>
          <a:p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7299396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4A96980-376D-37CB-A183-828262DE31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細胞小器官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CF553BC-0A58-A1E5-82C3-3687379921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4872" y="1825624"/>
            <a:ext cx="11158928" cy="5032375"/>
          </a:xfrm>
        </p:spPr>
        <p:txBody>
          <a:bodyPr>
            <a:normAutofit lnSpcReduction="10000"/>
          </a:bodyPr>
          <a:lstStyle/>
          <a:p>
            <a:r>
              <a:rPr kumimoji="1" lang="ja-JP" altLang="en-US" dirty="0"/>
              <a:t>ミトコンドリア</a:t>
            </a:r>
            <a:endParaRPr kumimoji="1" lang="en-US" altLang="ja-JP" dirty="0"/>
          </a:p>
          <a:p>
            <a:pPr marL="0" indent="0">
              <a:buNone/>
            </a:pPr>
            <a:r>
              <a:rPr lang="ja-JP" altLang="en-US" dirty="0"/>
              <a:t>　エネルギーを作る</a:t>
            </a:r>
            <a:endParaRPr kumimoji="1" lang="en-US" altLang="ja-JP" dirty="0"/>
          </a:p>
          <a:p>
            <a:r>
              <a:rPr lang="ja-JP" altLang="en-US" dirty="0"/>
              <a:t>リボソーム</a:t>
            </a:r>
            <a:endParaRPr lang="en-US" altLang="ja-JP" dirty="0"/>
          </a:p>
          <a:p>
            <a:pPr marL="0" indent="0">
              <a:buNone/>
            </a:pPr>
            <a:r>
              <a:rPr lang="ja-JP" altLang="en-US" dirty="0"/>
              <a:t>　たんぱく質を合成する</a:t>
            </a:r>
            <a:endParaRPr lang="en-US" altLang="ja-JP" dirty="0"/>
          </a:p>
          <a:p>
            <a:r>
              <a:rPr kumimoji="1" lang="ja-JP" altLang="en-US" dirty="0"/>
              <a:t>リソソーム</a:t>
            </a:r>
            <a:endParaRPr kumimoji="1" lang="en-US" altLang="ja-JP" dirty="0"/>
          </a:p>
          <a:p>
            <a:pPr marL="0" indent="0">
              <a:buNone/>
            </a:pPr>
            <a:r>
              <a:rPr kumimoji="1" lang="ja-JP" altLang="en-US" dirty="0"/>
              <a:t>　老化した細胞小器官の消化</a:t>
            </a:r>
            <a:endParaRPr kumimoji="1" lang="en-US" altLang="ja-JP" dirty="0"/>
          </a:p>
          <a:p>
            <a:r>
              <a:rPr lang="ja-JP" altLang="en-US" dirty="0"/>
              <a:t>ゴルジ装置</a:t>
            </a:r>
            <a:endParaRPr lang="en-US" altLang="ja-JP" dirty="0"/>
          </a:p>
          <a:p>
            <a:pPr marL="0" indent="0">
              <a:buNone/>
            </a:pPr>
            <a:r>
              <a:rPr kumimoji="1" lang="ja-JP" altLang="en-US" dirty="0"/>
              <a:t>　産生物を細胞内外へ送り出す＝運送屋</a:t>
            </a:r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6D87E171-A72B-F6C9-0194-0115AB29EC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7050" y="-73239"/>
            <a:ext cx="7034949" cy="6241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14076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6E43CEE-33BF-5A5B-E80B-A376C94820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体液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3F54CE5-8FF2-57B7-4339-DAFD30052F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/>
              <a:t>乳児　体重の</a:t>
            </a:r>
            <a:r>
              <a:rPr kumimoji="1" lang="en-US" altLang="ja-JP" dirty="0"/>
              <a:t>75</a:t>
            </a:r>
            <a:r>
              <a:rPr kumimoji="1" lang="ja-JP" altLang="en-US" dirty="0"/>
              <a:t>％</a:t>
            </a:r>
            <a:endParaRPr kumimoji="1" lang="en-US" altLang="ja-JP" dirty="0"/>
          </a:p>
          <a:p>
            <a:r>
              <a:rPr lang="ja-JP" altLang="en-US" dirty="0"/>
              <a:t>成人男性　</a:t>
            </a:r>
            <a:r>
              <a:rPr lang="en-US" altLang="ja-JP" dirty="0"/>
              <a:t>60%</a:t>
            </a:r>
          </a:p>
          <a:p>
            <a:r>
              <a:rPr kumimoji="1" lang="ja-JP" altLang="en-US" dirty="0"/>
              <a:t>成人女性　</a:t>
            </a:r>
            <a:r>
              <a:rPr kumimoji="1" lang="en-US" altLang="ja-JP" dirty="0"/>
              <a:t>55%</a:t>
            </a:r>
          </a:p>
          <a:p>
            <a:r>
              <a:rPr kumimoji="1" lang="ja-JP" altLang="en-US" dirty="0"/>
              <a:t>身体の水分は細胞外液と</a:t>
            </a:r>
            <a:endParaRPr kumimoji="1" lang="en-US" altLang="ja-JP" dirty="0"/>
          </a:p>
          <a:p>
            <a:pPr marL="0" indent="0">
              <a:buNone/>
            </a:pPr>
            <a:r>
              <a:rPr kumimoji="1" lang="ja-JP" altLang="en-US" dirty="0"/>
              <a:t>  細胞内液に分けられる</a:t>
            </a:r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F6D418DF-1885-A55C-EE60-FE74493703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6165" y="865865"/>
            <a:ext cx="6345836" cy="5992135"/>
          </a:xfrm>
          <a:prstGeom prst="rect">
            <a:avLst/>
          </a:prstGeom>
        </p:spPr>
      </p:pic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F682B32D-99BB-D243-EDCF-5E8668E5A7BC}"/>
              </a:ext>
            </a:extLst>
          </p:cNvPr>
          <p:cNvSpPr/>
          <p:nvPr/>
        </p:nvSpPr>
        <p:spPr>
          <a:xfrm>
            <a:off x="6370820" y="2413416"/>
            <a:ext cx="884419" cy="29980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solidFill>
                  <a:schemeClr val="tx1"/>
                </a:solidFill>
              </a:rPr>
              <a:t>間質液</a:t>
            </a:r>
            <a:endParaRPr kumimoji="1" lang="en-US" altLang="ja-JP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453387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E51A84E-800E-0760-2859-3D7AEE5025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細胞外液と内液の成分は違う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4A5576F-4B70-EF56-0D53-B73F02749D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215369"/>
            <a:ext cx="10515600" cy="4351338"/>
          </a:xfrm>
        </p:spPr>
        <p:txBody>
          <a:bodyPr/>
          <a:lstStyle/>
          <a:p>
            <a:r>
              <a:rPr kumimoji="1" lang="ja-JP" altLang="en-US" dirty="0"/>
              <a:t>細胞外液は</a:t>
            </a:r>
            <a:endParaRPr kumimoji="1" lang="en-US" altLang="ja-JP" dirty="0"/>
          </a:p>
          <a:p>
            <a:pPr marL="0" indent="0">
              <a:buNone/>
            </a:pPr>
            <a:r>
              <a:rPr lang="ja-JP" altLang="en-US" dirty="0"/>
              <a:t>　</a:t>
            </a:r>
            <a:r>
              <a:rPr kumimoji="1" lang="ja-JP" altLang="en-US" dirty="0"/>
              <a:t>ナトリウムが多い</a:t>
            </a:r>
            <a:endParaRPr kumimoji="1" lang="en-US" altLang="ja-JP" dirty="0"/>
          </a:p>
          <a:p>
            <a:r>
              <a:rPr lang="ja-JP" altLang="en-US" dirty="0"/>
              <a:t>細胞内液は</a:t>
            </a:r>
            <a:endParaRPr lang="en-US" altLang="ja-JP" dirty="0"/>
          </a:p>
          <a:p>
            <a:pPr marL="0" indent="0">
              <a:buNone/>
            </a:pPr>
            <a:r>
              <a:rPr lang="ja-JP" altLang="en-US" dirty="0"/>
              <a:t>　カリウムが多い</a:t>
            </a:r>
            <a:endParaRPr kumimoji="1" lang="ja-JP" altLang="en-US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947E2457-75CC-303C-46E7-0529750C2B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7718" y="1496782"/>
            <a:ext cx="8714282" cy="5361218"/>
          </a:xfrm>
          <a:prstGeom prst="rect">
            <a:avLst/>
          </a:prstGeom>
        </p:spPr>
      </p:pic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1A40B6ED-87A8-B5DE-B8C5-67412A484580}"/>
              </a:ext>
            </a:extLst>
          </p:cNvPr>
          <p:cNvSpPr/>
          <p:nvPr/>
        </p:nvSpPr>
        <p:spPr>
          <a:xfrm>
            <a:off x="6385810" y="5711251"/>
            <a:ext cx="1184223" cy="509667"/>
          </a:xfrm>
          <a:prstGeom prst="rect">
            <a:avLst/>
          </a:prstGeom>
          <a:noFill/>
          <a:ln w="539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CFF57BF6-9D22-6684-0AE1-0DD0E08B0AE6}"/>
              </a:ext>
            </a:extLst>
          </p:cNvPr>
          <p:cNvSpPr/>
          <p:nvPr/>
        </p:nvSpPr>
        <p:spPr>
          <a:xfrm>
            <a:off x="10600544" y="5803690"/>
            <a:ext cx="1184223" cy="509667"/>
          </a:xfrm>
          <a:prstGeom prst="rect">
            <a:avLst/>
          </a:prstGeom>
          <a:noFill/>
          <a:ln w="539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6B802423-E501-6F28-1C03-906FEFCB00A3}"/>
              </a:ext>
            </a:extLst>
          </p:cNvPr>
          <p:cNvSpPr/>
          <p:nvPr/>
        </p:nvSpPr>
        <p:spPr>
          <a:xfrm>
            <a:off x="4694419" y="3927424"/>
            <a:ext cx="836951" cy="614596"/>
          </a:xfrm>
          <a:prstGeom prst="rect">
            <a:avLst/>
          </a:prstGeom>
          <a:noFill/>
          <a:ln w="539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12BE6CA9-77E9-2CD6-90D0-7AB0A4F3BBEA}"/>
              </a:ext>
            </a:extLst>
          </p:cNvPr>
          <p:cNvSpPr/>
          <p:nvPr/>
        </p:nvSpPr>
        <p:spPr>
          <a:xfrm>
            <a:off x="7557541" y="4092315"/>
            <a:ext cx="821961" cy="497174"/>
          </a:xfrm>
          <a:prstGeom prst="rect">
            <a:avLst/>
          </a:prstGeom>
          <a:noFill/>
          <a:ln w="539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6F627B92-9D53-62A6-E376-26F062BA0682}"/>
              </a:ext>
            </a:extLst>
          </p:cNvPr>
          <p:cNvSpPr/>
          <p:nvPr/>
        </p:nvSpPr>
        <p:spPr>
          <a:xfrm>
            <a:off x="10298244" y="3192905"/>
            <a:ext cx="794478" cy="689547"/>
          </a:xfrm>
          <a:prstGeom prst="rect">
            <a:avLst/>
          </a:prstGeom>
          <a:noFill/>
          <a:ln w="53975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377318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2926</TotalTime>
  <Words>326</Words>
  <Application>Microsoft Office PowerPoint</Application>
  <PresentationFormat>ワイド画面</PresentationFormat>
  <Paragraphs>58</Paragraphs>
  <Slides>11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11</vt:i4>
      </vt:variant>
    </vt:vector>
  </HeadingPairs>
  <TitlesOfParts>
    <vt:vector size="15" baseType="lpstr">
      <vt:lpstr>メイリオ</vt:lpstr>
      <vt:lpstr>游ゴシック</vt:lpstr>
      <vt:lpstr>Arial</vt:lpstr>
      <vt:lpstr>Office テーマ</vt:lpstr>
      <vt:lpstr>救急隊員向け資料</vt:lpstr>
      <vt:lpstr>まずは呼び方の基本を知ろう</vt:lpstr>
      <vt:lpstr>人体を横切る面の名称</vt:lpstr>
      <vt:lpstr>基本運動の表し方</vt:lpstr>
      <vt:lpstr>細胞について</vt:lpstr>
      <vt:lpstr>細胞の構造</vt:lpstr>
      <vt:lpstr>細胞膜</vt:lpstr>
      <vt:lpstr>核</vt:lpstr>
      <vt:lpstr>細胞小器官</vt:lpstr>
      <vt:lpstr>体液</vt:lpstr>
      <vt:lpstr>細胞外液と内液の成分は違う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中村　哲久</dc:creator>
  <cp:lastModifiedBy>哲久 中村</cp:lastModifiedBy>
  <cp:revision>1</cp:revision>
  <dcterms:created xsi:type="dcterms:W3CDTF">2024-08-26T13:41:01Z</dcterms:created>
  <dcterms:modified xsi:type="dcterms:W3CDTF">2024-08-31T15:44:19Z</dcterms:modified>
</cp:coreProperties>
</file>